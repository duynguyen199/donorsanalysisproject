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/>
    <p:restoredTop sz="94694"/>
  </p:normalViewPr>
  <p:slideViewPr>
    <p:cSldViewPr snapToGrid="0">
      <p:cViewPr varScale="1">
        <p:scale>
          <a:sx n="99" d="100"/>
          <a:sy n="99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2B6786-6089-4244-AB5B-FA15F9B3912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9728EA-16D8-4116-8F4C-E184CBB80D5C}">
      <dgm:prSet/>
      <dgm:spPr/>
      <dgm:t>
        <a:bodyPr/>
        <a:lstStyle/>
        <a:p>
          <a:r>
            <a:rPr lang="en-US"/>
            <a:t>The outcome variable is </a:t>
          </a:r>
          <a:r>
            <a:rPr lang="en-US" b="1"/>
            <a:t>respondedMailing</a:t>
          </a:r>
          <a:r>
            <a:rPr lang="en-US"/>
            <a:t>, which is binary:</a:t>
          </a:r>
        </a:p>
      </dgm:t>
    </dgm:pt>
    <dgm:pt modelId="{82CE569B-C29F-4325-A843-657CF7197F20}" type="parTrans" cxnId="{64762AC5-CAFC-4687-BB60-0D188F517A22}">
      <dgm:prSet/>
      <dgm:spPr/>
      <dgm:t>
        <a:bodyPr/>
        <a:lstStyle/>
        <a:p>
          <a:endParaRPr lang="en-US"/>
        </a:p>
      </dgm:t>
    </dgm:pt>
    <dgm:pt modelId="{3970D977-A699-4DD2-99BC-151B840BBF73}" type="sibTrans" cxnId="{64762AC5-CAFC-4687-BB60-0D188F517A22}">
      <dgm:prSet/>
      <dgm:spPr/>
      <dgm:t>
        <a:bodyPr/>
        <a:lstStyle/>
        <a:p>
          <a:endParaRPr lang="en-US"/>
        </a:p>
      </dgm:t>
    </dgm:pt>
    <dgm:pt modelId="{8519D10C-EA5D-4E5B-AD42-F2CF7437F2EC}">
      <dgm:prSet/>
      <dgm:spPr/>
      <dgm:t>
        <a:bodyPr/>
        <a:lstStyle/>
        <a:p>
          <a:r>
            <a:rPr lang="en-US" b="1"/>
            <a:t>TRUE</a:t>
          </a:r>
          <a:r>
            <a:rPr lang="en-US"/>
            <a:t> = donor responded</a:t>
          </a:r>
        </a:p>
      </dgm:t>
    </dgm:pt>
    <dgm:pt modelId="{C905E026-7C95-45DB-B7C0-27F421F4B9B4}" type="parTrans" cxnId="{0219F7E5-EB74-47D0-96DA-BAB49FE0B204}">
      <dgm:prSet/>
      <dgm:spPr/>
      <dgm:t>
        <a:bodyPr/>
        <a:lstStyle/>
        <a:p>
          <a:endParaRPr lang="en-US"/>
        </a:p>
      </dgm:t>
    </dgm:pt>
    <dgm:pt modelId="{EE1BE6D4-094C-4C34-A336-2C026531C0DB}" type="sibTrans" cxnId="{0219F7E5-EB74-47D0-96DA-BAB49FE0B204}">
      <dgm:prSet/>
      <dgm:spPr/>
      <dgm:t>
        <a:bodyPr/>
        <a:lstStyle/>
        <a:p>
          <a:endParaRPr lang="en-US"/>
        </a:p>
      </dgm:t>
    </dgm:pt>
    <dgm:pt modelId="{A9368E1F-61F0-4A12-A2B5-E3C28B5536A9}">
      <dgm:prSet/>
      <dgm:spPr/>
      <dgm:t>
        <a:bodyPr/>
        <a:lstStyle/>
        <a:p>
          <a:r>
            <a:rPr lang="en-US" b="1"/>
            <a:t>FALSE</a:t>
          </a:r>
          <a:r>
            <a:rPr lang="en-US"/>
            <a:t> = donor did not respond</a:t>
          </a:r>
        </a:p>
      </dgm:t>
    </dgm:pt>
    <dgm:pt modelId="{7BF26669-7372-4C07-AF1C-7AB5F7540B39}" type="parTrans" cxnId="{E1EFE921-92CD-41CA-8BFF-30BF4A3040BA}">
      <dgm:prSet/>
      <dgm:spPr/>
      <dgm:t>
        <a:bodyPr/>
        <a:lstStyle/>
        <a:p>
          <a:endParaRPr lang="en-US"/>
        </a:p>
      </dgm:t>
    </dgm:pt>
    <dgm:pt modelId="{C4813BF5-CF04-4896-957A-7AF8E7245748}" type="sibTrans" cxnId="{E1EFE921-92CD-41CA-8BFF-30BF4A3040BA}">
      <dgm:prSet/>
      <dgm:spPr/>
      <dgm:t>
        <a:bodyPr/>
        <a:lstStyle/>
        <a:p>
          <a:endParaRPr lang="en-US"/>
        </a:p>
      </dgm:t>
    </dgm:pt>
    <dgm:pt modelId="{6D9065FC-D617-4E8A-B8CE-7D79691B275E}">
      <dgm:prSet/>
      <dgm:spPr/>
      <dgm:t>
        <a:bodyPr/>
        <a:lstStyle/>
        <a:p>
          <a:r>
            <a:rPr lang="en-US"/>
            <a:t>The objective is to build models that can </a:t>
          </a:r>
          <a:r>
            <a:rPr lang="en-US" b="1"/>
            <a:t>rank or classify donors</a:t>
          </a:r>
          <a:r>
            <a:rPr lang="en-US"/>
            <a:t> so that we can target likely responders more efficiently.</a:t>
          </a:r>
        </a:p>
      </dgm:t>
    </dgm:pt>
    <dgm:pt modelId="{4E14E906-3FC2-47BC-9C35-8D8304B3D63E}" type="parTrans" cxnId="{CE804621-E793-4810-ABCF-0163813B57C0}">
      <dgm:prSet/>
      <dgm:spPr/>
      <dgm:t>
        <a:bodyPr/>
        <a:lstStyle/>
        <a:p>
          <a:endParaRPr lang="en-US"/>
        </a:p>
      </dgm:t>
    </dgm:pt>
    <dgm:pt modelId="{97763FA8-118D-49C9-B1B9-21AF4D4CE612}" type="sibTrans" cxnId="{CE804621-E793-4810-ABCF-0163813B57C0}">
      <dgm:prSet/>
      <dgm:spPr/>
      <dgm:t>
        <a:bodyPr/>
        <a:lstStyle/>
        <a:p>
          <a:endParaRPr lang="en-US"/>
        </a:p>
      </dgm:t>
    </dgm:pt>
    <dgm:pt modelId="{D3F39D6F-9D5E-7047-AB0B-4F909EEF7558}" type="pres">
      <dgm:prSet presAssocID="{B22B6786-6089-4244-AB5B-FA15F9B39127}" presName="linear" presStyleCnt="0">
        <dgm:presLayoutVars>
          <dgm:animLvl val="lvl"/>
          <dgm:resizeHandles val="exact"/>
        </dgm:presLayoutVars>
      </dgm:prSet>
      <dgm:spPr/>
    </dgm:pt>
    <dgm:pt modelId="{66E7135C-9F2F-B240-A3FC-5E0EAD426996}" type="pres">
      <dgm:prSet presAssocID="{589728EA-16D8-4116-8F4C-E184CBB80D5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696C6EE-2B39-FD44-A5B6-030633111CEF}" type="pres">
      <dgm:prSet presAssocID="{3970D977-A699-4DD2-99BC-151B840BBF73}" presName="spacer" presStyleCnt="0"/>
      <dgm:spPr/>
    </dgm:pt>
    <dgm:pt modelId="{D2E67F31-B5B2-1641-85D0-A0B805373E98}" type="pres">
      <dgm:prSet presAssocID="{8519D10C-EA5D-4E5B-AD42-F2CF7437F2E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1505E7A-00E8-1048-BD37-16F8C8B8D8FA}" type="pres">
      <dgm:prSet presAssocID="{EE1BE6D4-094C-4C34-A336-2C026531C0DB}" presName="spacer" presStyleCnt="0"/>
      <dgm:spPr/>
    </dgm:pt>
    <dgm:pt modelId="{49B70180-ACD6-914C-A2DF-D4CD76ED4792}" type="pres">
      <dgm:prSet presAssocID="{A9368E1F-61F0-4A12-A2B5-E3C28B5536A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85DE52-7B89-D545-B053-E5B4959FC2B9}" type="pres">
      <dgm:prSet presAssocID="{C4813BF5-CF04-4896-957A-7AF8E7245748}" presName="spacer" presStyleCnt="0"/>
      <dgm:spPr/>
    </dgm:pt>
    <dgm:pt modelId="{19594B01-A89C-6042-A84C-58CEB8618AB4}" type="pres">
      <dgm:prSet presAssocID="{6D9065FC-D617-4E8A-B8CE-7D79691B27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8DE9D04-256B-3143-9FEA-F832D9499FAC}" type="presOf" srcId="{B22B6786-6089-4244-AB5B-FA15F9B39127}" destId="{D3F39D6F-9D5E-7047-AB0B-4F909EEF7558}" srcOrd="0" destOrd="0" presId="urn:microsoft.com/office/officeart/2005/8/layout/vList2"/>
    <dgm:cxn modelId="{38391517-18CC-EF43-986C-81275DC763E8}" type="presOf" srcId="{589728EA-16D8-4116-8F4C-E184CBB80D5C}" destId="{66E7135C-9F2F-B240-A3FC-5E0EAD426996}" srcOrd="0" destOrd="0" presId="urn:microsoft.com/office/officeart/2005/8/layout/vList2"/>
    <dgm:cxn modelId="{A280C11E-0864-D74C-A1B7-3D7B7CB1978A}" type="presOf" srcId="{8519D10C-EA5D-4E5B-AD42-F2CF7437F2EC}" destId="{D2E67F31-B5B2-1641-85D0-A0B805373E98}" srcOrd="0" destOrd="0" presId="urn:microsoft.com/office/officeart/2005/8/layout/vList2"/>
    <dgm:cxn modelId="{CE804621-E793-4810-ABCF-0163813B57C0}" srcId="{B22B6786-6089-4244-AB5B-FA15F9B39127}" destId="{6D9065FC-D617-4E8A-B8CE-7D79691B275E}" srcOrd="3" destOrd="0" parTransId="{4E14E906-3FC2-47BC-9C35-8D8304B3D63E}" sibTransId="{97763FA8-118D-49C9-B1B9-21AF4D4CE612}"/>
    <dgm:cxn modelId="{E1EFE921-92CD-41CA-8BFF-30BF4A3040BA}" srcId="{B22B6786-6089-4244-AB5B-FA15F9B39127}" destId="{A9368E1F-61F0-4A12-A2B5-E3C28B5536A9}" srcOrd="2" destOrd="0" parTransId="{7BF26669-7372-4C07-AF1C-7AB5F7540B39}" sibTransId="{C4813BF5-CF04-4896-957A-7AF8E7245748}"/>
    <dgm:cxn modelId="{CAC47CC1-6872-D849-82E1-70D0C49B86CE}" type="presOf" srcId="{A9368E1F-61F0-4A12-A2B5-E3C28B5536A9}" destId="{49B70180-ACD6-914C-A2DF-D4CD76ED4792}" srcOrd="0" destOrd="0" presId="urn:microsoft.com/office/officeart/2005/8/layout/vList2"/>
    <dgm:cxn modelId="{64762AC5-CAFC-4687-BB60-0D188F517A22}" srcId="{B22B6786-6089-4244-AB5B-FA15F9B39127}" destId="{589728EA-16D8-4116-8F4C-E184CBB80D5C}" srcOrd="0" destOrd="0" parTransId="{82CE569B-C29F-4325-A843-657CF7197F20}" sibTransId="{3970D977-A699-4DD2-99BC-151B840BBF73}"/>
    <dgm:cxn modelId="{0219F7E5-EB74-47D0-96DA-BAB49FE0B204}" srcId="{B22B6786-6089-4244-AB5B-FA15F9B39127}" destId="{8519D10C-EA5D-4E5B-AD42-F2CF7437F2EC}" srcOrd="1" destOrd="0" parTransId="{C905E026-7C95-45DB-B7C0-27F421F4B9B4}" sibTransId="{EE1BE6D4-094C-4C34-A336-2C026531C0DB}"/>
    <dgm:cxn modelId="{FE32B8F2-C6EE-DE42-BAA8-E838D20740EB}" type="presOf" srcId="{6D9065FC-D617-4E8A-B8CE-7D79691B275E}" destId="{19594B01-A89C-6042-A84C-58CEB8618AB4}" srcOrd="0" destOrd="0" presId="urn:microsoft.com/office/officeart/2005/8/layout/vList2"/>
    <dgm:cxn modelId="{3226407F-091A-024B-8BEB-CFB028184DB3}" type="presParOf" srcId="{D3F39D6F-9D5E-7047-AB0B-4F909EEF7558}" destId="{66E7135C-9F2F-B240-A3FC-5E0EAD426996}" srcOrd="0" destOrd="0" presId="urn:microsoft.com/office/officeart/2005/8/layout/vList2"/>
    <dgm:cxn modelId="{191CD426-E668-7042-9BF6-B962AC9684DC}" type="presParOf" srcId="{D3F39D6F-9D5E-7047-AB0B-4F909EEF7558}" destId="{5696C6EE-2B39-FD44-A5B6-030633111CEF}" srcOrd="1" destOrd="0" presId="urn:microsoft.com/office/officeart/2005/8/layout/vList2"/>
    <dgm:cxn modelId="{CE1E5309-AC4C-6F40-A44D-56457C0DE589}" type="presParOf" srcId="{D3F39D6F-9D5E-7047-AB0B-4F909EEF7558}" destId="{D2E67F31-B5B2-1641-85D0-A0B805373E98}" srcOrd="2" destOrd="0" presId="urn:microsoft.com/office/officeart/2005/8/layout/vList2"/>
    <dgm:cxn modelId="{22CA7A03-8E63-8D44-A9F5-E21044B6C334}" type="presParOf" srcId="{D3F39D6F-9D5E-7047-AB0B-4F909EEF7558}" destId="{71505E7A-00E8-1048-BD37-16F8C8B8D8FA}" srcOrd="3" destOrd="0" presId="urn:microsoft.com/office/officeart/2005/8/layout/vList2"/>
    <dgm:cxn modelId="{D9BD17C2-737F-9B42-AC7A-D93A9A6671DF}" type="presParOf" srcId="{D3F39D6F-9D5E-7047-AB0B-4F909EEF7558}" destId="{49B70180-ACD6-914C-A2DF-D4CD76ED4792}" srcOrd="4" destOrd="0" presId="urn:microsoft.com/office/officeart/2005/8/layout/vList2"/>
    <dgm:cxn modelId="{B2A121AD-5699-D248-A938-5647344A6D71}" type="presParOf" srcId="{D3F39D6F-9D5E-7047-AB0B-4F909EEF7558}" destId="{8C85DE52-7B89-D545-B053-E5B4959FC2B9}" srcOrd="5" destOrd="0" presId="urn:microsoft.com/office/officeart/2005/8/layout/vList2"/>
    <dgm:cxn modelId="{99D7CF24-607D-EC43-B4A6-B47C5EC2B875}" type="presParOf" srcId="{D3F39D6F-9D5E-7047-AB0B-4F909EEF7558}" destId="{19594B01-A89C-6042-A84C-58CEB8618AB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3093B2-95AA-4994-8C34-3EDDC50C60EE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387789-DB19-4086-9496-03FA2642A37E}">
      <dgm:prSet/>
      <dgm:spPr/>
      <dgm:t>
        <a:bodyPr/>
        <a:lstStyle/>
        <a:p>
          <a:r>
            <a:rPr lang="en-US" b="1"/>
            <a:t>Main preprocessing steps:</a:t>
          </a:r>
          <a:endParaRPr lang="en-US"/>
        </a:p>
      </dgm:t>
    </dgm:pt>
    <dgm:pt modelId="{B2F95EC7-7E79-4DEA-9252-61972031EEA9}" type="parTrans" cxnId="{57742407-6829-4FD6-8E20-CC0810AA6789}">
      <dgm:prSet/>
      <dgm:spPr/>
      <dgm:t>
        <a:bodyPr/>
        <a:lstStyle/>
        <a:p>
          <a:endParaRPr lang="en-US"/>
        </a:p>
      </dgm:t>
    </dgm:pt>
    <dgm:pt modelId="{352028F3-735E-4514-80BF-64F2D0AAB1DC}" type="sibTrans" cxnId="{57742407-6829-4FD6-8E20-CC0810AA6789}">
      <dgm:prSet/>
      <dgm:spPr/>
      <dgm:t>
        <a:bodyPr/>
        <a:lstStyle/>
        <a:p>
          <a:endParaRPr lang="en-US"/>
        </a:p>
      </dgm:t>
    </dgm:pt>
    <dgm:pt modelId="{3935404E-BF44-419C-A66D-3E7EDDBC9880}">
      <dgm:prSet/>
      <dgm:spPr/>
      <dgm:t>
        <a:bodyPr/>
        <a:lstStyle/>
        <a:p>
          <a:r>
            <a:rPr lang="en-US" b="1"/>
            <a:t>Convert the target</a:t>
          </a:r>
          <a:r>
            <a:rPr lang="en-US"/>
            <a:t> into a factor with levels FALSE and TRUE.</a:t>
          </a:r>
        </a:p>
      </dgm:t>
    </dgm:pt>
    <dgm:pt modelId="{D2EA7D92-7A9B-4410-851C-634BDD4DDBF9}" type="parTrans" cxnId="{3339F322-D413-42F7-A61A-8109CF9124D7}">
      <dgm:prSet/>
      <dgm:spPr/>
      <dgm:t>
        <a:bodyPr/>
        <a:lstStyle/>
        <a:p>
          <a:endParaRPr lang="en-US"/>
        </a:p>
      </dgm:t>
    </dgm:pt>
    <dgm:pt modelId="{F6CC28AC-92C1-4F4D-9E5C-4AEE4E3288F7}" type="sibTrans" cxnId="{3339F322-D413-42F7-A61A-8109CF9124D7}">
      <dgm:prSet/>
      <dgm:spPr/>
      <dgm:t>
        <a:bodyPr/>
        <a:lstStyle/>
        <a:p>
          <a:endParaRPr lang="en-US"/>
        </a:p>
      </dgm:t>
    </dgm:pt>
    <dgm:pt modelId="{4E90D8E4-A88C-41DB-B474-477C81A18A46}">
      <dgm:prSet/>
      <dgm:spPr/>
      <dgm:t>
        <a:bodyPr/>
        <a:lstStyle/>
        <a:p>
          <a:r>
            <a:rPr lang="en-US"/>
            <a:t>Convert categorical predictors like </a:t>
          </a:r>
          <a:r>
            <a:rPr lang="en-US" b="1"/>
            <a:t>state, gender, urbanicity, socioeconomic status</a:t>
          </a:r>
          <a:r>
            <a:rPr lang="en-US"/>
            <a:t> into factors.</a:t>
          </a:r>
        </a:p>
      </dgm:t>
    </dgm:pt>
    <dgm:pt modelId="{0AE0860E-EB0D-4984-8EFA-F1A73916C888}" type="parTrans" cxnId="{97640B82-BE82-401F-8FEA-4FE67F31FDB5}">
      <dgm:prSet/>
      <dgm:spPr/>
      <dgm:t>
        <a:bodyPr/>
        <a:lstStyle/>
        <a:p>
          <a:endParaRPr lang="en-US"/>
        </a:p>
      </dgm:t>
    </dgm:pt>
    <dgm:pt modelId="{6A894D02-6BAE-41C3-B557-57D591CB348C}" type="sibTrans" cxnId="{97640B82-BE82-401F-8FEA-4FE67F31FDB5}">
      <dgm:prSet/>
      <dgm:spPr/>
      <dgm:t>
        <a:bodyPr/>
        <a:lstStyle/>
        <a:p>
          <a:endParaRPr lang="en-US"/>
        </a:p>
      </dgm:t>
    </dgm:pt>
    <dgm:pt modelId="{38F51976-D3F8-4F2A-B0B8-C698F2942E0F}">
      <dgm:prSet/>
      <dgm:spPr/>
      <dgm:t>
        <a:bodyPr/>
        <a:lstStyle/>
        <a:p>
          <a:r>
            <a:rPr lang="en-US"/>
            <a:t>Handle missing values:</a:t>
          </a:r>
        </a:p>
      </dgm:t>
    </dgm:pt>
    <dgm:pt modelId="{4D116505-46B1-48D9-A0F7-A529211975C6}" type="parTrans" cxnId="{41016C53-0464-4F63-B96A-4D65545E6E77}">
      <dgm:prSet/>
      <dgm:spPr/>
      <dgm:t>
        <a:bodyPr/>
        <a:lstStyle/>
        <a:p>
          <a:endParaRPr lang="en-US"/>
        </a:p>
      </dgm:t>
    </dgm:pt>
    <dgm:pt modelId="{6C6AF9EB-F766-4E5F-AECA-AF838F8E58B9}" type="sibTrans" cxnId="{41016C53-0464-4F63-B96A-4D65545E6E77}">
      <dgm:prSet/>
      <dgm:spPr/>
      <dgm:t>
        <a:bodyPr/>
        <a:lstStyle/>
        <a:p>
          <a:endParaRPr lang="en-US"/>
        </a:p>
      </dgm:t>
    </dgm:pt>
    <dgm:pt modelId="{8BD14B41-BFA4-4CC6-A9BD-3A8A4751B79B}">
      <dgm:prSet/>
      <dgm:spPr/>
      <dgm:t>
        <a:bodyPr/>
        <a:lstStyle/>
        <a:p>
          <a:r>
            <a:rPr lang="en-US"/>
            <a:t>Numeric variables: replaced missing values with the </a:t>
          </a:r>
          <a:r>
            <a:rPr lang="en-US" b="1"/>
            <a:t>median</a:t>
          </a:r>
          <a:endParaRPr lang="en-US"/>
        </a:p>
      </dgm:t>
    </dgm:pt>
    <dgm:pt modelId="{495B9BB5-2D4A-4B1B-A8C9-511E9DB0B21A}" type="parTrans" cxnId="{D4BE06C2-6D6D-45ED-AB68-7DE61DDDC52F}">
      <dgm:prSet/>
      <dgm:spPr/>
      <dgm:t>
        <a:bodyPr/>
        <a:lstStyle/>
        <a:p>
          <a:endParaRPr lang="en-US"/>
        </a:p>
      </dgm:t>
    </dgm:pt>
    <dgm:pt modelId="{A22DF2E2-0A00-4AC5-9DEF-8650CBFFD9B5}" type="sibTrans" cxnId="{D4BE06C2-6D6D-45ED-AB68-7DE61DDDC52F}">
      <dgm:prSet/>
      <dgm:spPr/>
      <dgm:t>
        <a:bodyPr/>
        <a:lstStyle/>
        <a:p>
          <a:endParaRPr lang="en-US"/>
        </a:p>
      </dgm:t>
    </dgm:pt>
    <dgm:pt modelId="{206AABCD-7515-457C-88C0-2ED9FD3620E5}">
      <dgm:prSet/>
      <dgm:spPr/>
      <dgm:t>
        <a:bodyPr/>
        <a:lstStyle/>
        <a:p>
          <a:r>
            <a:rPr lang="en-US"/>
            <a:t>Categorical variables: replaced missing values with </a:t>
          </a:r>
          <a:r>
            <a:rPr lang="en-US" b="1"/>
            <a:t>"Unknown"</a:t>
          </a:r>
          <a:endParaRPr lang="en-US"/>
        </a:p>
      </dgm:t>
    </dgm:pt>
    <dgm:pt modelId="{338CAEF0-6F9A-4FFE-A09A-D1795FB0EABD}" type="parTrans" cxnId="{0469CB15-A253-4AF3-B3C0-556C0223AAC4}">
      <dgm:prSet/>
      <dgm:spPr/>
      <dgm:t>
        <a:bodyPr/>
        <a:lstStyle/>
        <a:p>
          <a:endParaRPr lang="en-US"/>
        </a:p>
      </dgm:t>
    </dgm:pt>
    <dgm:pt modelId="{2326DCDA-EA7A-41E5-A4B2-9CEB584FE2DD}" type="sibTrans" cxnId="{0469CB15-A253-4AF3-B3C0-556C0223AAC4}">
      <dgm:prSet/>
      <dgm:spPr/>
      <dgm:t>
        <a:bodyPr/>
        <a:lstStyle/>
        <a:p>
          <a:endParaRPr lang="en-US"/>
        </a:p>
      </dgm:t>
    </dgm:pt>
    <dgm:pt modelId="{7BAE9ACB-0896-4F7E-AFEC-B1BAAEFF274E}">
      <dgm:prSet/>
      <dgm:spPr/>
      <dgm:t>
        <a:bodyPr/>
        <a:lstStyle/>
        <a:p>
          <a:r>
            <a:rPr lang="en-US"/>
            <a:t>Split the data into </a:t>
          </a:r>
          <a:r>
            <a:rPr lang="en-US" b="1"/>
            <a:t>70% training and 30% testing</a:t>
          </a:r>
          <a:r>
            <a:rPr lang="en-US"/>
            <a:t>, using a stratified approach to maintain the class ratio.</a:t>
          </a:r>
        </a:p>
      </dgm:t>
    </dgm:pt>
    <dgm:pt modelId="{EAB56C79-A91B-4F9C-A726-5CCE19FCB38C}" type="parTrans" cxnId="{871F791D-5A1D-42F9-B700-72843C0BEEAD}">
      <dgm:prSet/>
      <dgm:spPr/>
      <dgm:t>
        <a:bodyPr/>
        <a:lstStyle/>
        <a:p>
          <a:endParaRPr lang="en-US"/>
        </a:p>
      </dgm:t>
    </dgm:pt>
    <dgm:pt modelId="{F1172E24-2A08-41CA-B535-0EF7D81F3845}" type="sibTrans" cxnId="{871F791D-5A1D-42F9-B700-72843C0BEEAD}">
      <dgm:prSet/>
      <dgm:spPr/>
      <dgm:t>
        <a:bodyPr/>
        <a:lstStyle/>
        <a:p>
          <a:endParaRPr lang="en-US"/>
        </a:p>
      </dgm:t>
    </dgm:pt>
    <dgm:pt modelId="{2B7A1841-5AA5-482E-8139-FE9A621333FA}">
      <dgm:prSet/>
      <dgm:spPr/>
      <dgm:t>
        <a:bodyPr/>
        <a:lstStyle/>
        <a:p>
          <a:r>
            <a:rPr lang="en-US"/>
            <a:t>A key issue was </a:t>
          </a:r>
          <a:r>
            <a:rPr lang="en-US" b="1"/>
            <a:t>unseen factor levels</a:t>
          </a:r>
          <a:r>
            <a:rPr lang="en-US"/>
            <a:t> in the test set, like states “AS” and “GU”.</a:t>
          </a:r>
          <a:br>
            <a:rPr lang="en-US"/>
          </a:br>
          <a:r>
            <a:rPr lang="en-US"/>
            <a:t>To fix this, I used a safer approach: build the </a:t>
          </a:r>
          <a:r>
            <a:rPr lang="en-US" b="1"/>
            <a:t>design matrix from training terms</a:t>
          </a:r>
          <a:r>
            <a:rPr lang="en-US"/>
            <a:t>, then apply that same structure to the test set. This prevents factor-level prediction errors.</a:t>
          </a:r>
        </a:p>
      </dgm:t>
    </dgm:pt>
    <dgm:pt modelId="{BEF20A52-3B77-46F2-B341-2391CC2FA644}" type="parTrans" cxnId="{A9435E04-CE17-4FD1-AF7D-97C9961E2D7F}">
      <dgm:prSet/>
      <dgm:spPr/>
      <dgm:t>
        <a:bodyPr/>
        <a:lstStyle/>
        <a:p>
          <a:endParaRPr lang="en-US"/>
        </a:p>
      </dgm:t>
    </dgm:pt>
    <dgm:pt modelId="{163EA47B-491D-44DA-B408-5D979B511C04}" type="sibTrans" cxnId="{A9435E04-CE17-4FD1-AF7D-97C9961E2D7F}">
      <dgm:prSet/>
      <dgm:spPr/>
      <dgm:t>
        <a:bodyPr/>
        <a:lstStyle/>
        <a:p>
          <a:endParaRPr lang="en-US"/>
        </a:p>
      </dgm:t>
    </dgm:pt>
    <dgm:pt modelId="{BEC6517D-391F-384B-89F2-B39F20190A70}" type="pres">
      <dgm:prSet presAssocID="{EB3093B2-95AA-4994-8C34-3EDDC50C60EE}" presName="diagram" presStyleCnt="0">
        <dgm:presLayoutVars>
          <dgm:dir/>
          <dgm:resizeHandles val="exact"/>
        </dgm:presLayoutVars>
      </dgm:prSet>
      <dgm:spPr/>
    </dgm:pt>
    <dgm:pt modelId="{9E5894EE-AB54-1A4A-96E5-34C8FEE291D7}" type="pres">
      <dgm:prSet presAssocID="{2B387789-DB19-4086-9496-03FA2642A37E}" presName="node" presStyleLbl="node1" presStyleIdx="0" presStyleCnt="6">
        <dgm:presLayoutVars>
          <dgm:bulletEnabled val="1"/>
        </dgm:presLayoutVars>
      </dgm:prSet>
      <dgm:spPr/>
    </dgm:pt>
    <dgm:pt modelId="{EF0FFE3F-80A0-9047-9C0A-DA9322849F2C}" type="pres">
      <dgm:prSet presAssocID="{352028F3-735E-4514-80BF-64F2D0AAB1DC}" presName="sibTrans" presStyleCnt="0"/>
      <dgm:spPr/>
    </dgm:pt>
    <dgm:pt modelId="{F1064120-36A8-CD44-BB48-1DA2BAA7041F}" type="pres">
      <dgm:prSet presAssocID="{3935404E-BF44-419C-A66D-3E7EDDBC9880}" presName="node" presStyleLbl="node1" presStyleIdx="1" presStyleCnt="6">
        <dgm:presLayoutVars>
          <dgm:bulletEnabled val="1"/>
        </dgm:presLayoutVars>
      </dgm:prSet>
      <dgm:spPr/>
    </dgm:pt>
    <dgm:pt modelId="{BDA54C9F-7AD5-4243-ADAB-4BE324E1CDB1}" type="pres">
      <dgm:prSet presAssocID="{F6CC28AC-92C1-4F4D-9E5C-4AEE4E3288F7}" presName="sibTrans" presStyleCnt="0"/>
      <dgm:spPr/>
    </dgm:pt>
    <dgm:pt modelId="{1C54DA48-776D-1843-8CB8-FAA641E5CD23}" type="pres">
      <dgm:prSet presAssocID="{4E90D8E4-A88C-41DB-B474-477C81A18A46}" presName="node" presStyleLbl="node1" presStyleIdx="2" presStyleCnt="6">
        <dgm:presLayoutVars>
          <dgm:bulletEnabled val="1"/>
        </dgm:presLayoutVars>
      </dgm:prSet>
      <dgm:spPr/>
    </dgm:pt>
    <dgm:pt modelId="{1E6103C8-FDC7-DD44-99B2-0534A5F065C8}" type="pres">
      <dgm:prSet presAssocID="{6A894D02-6BAE-41C3-B557-57D591CB348C}" presName="sibTrans" presStyleCnt="0"/>
      <dgm:spPr/>
    </dgm:pt>
    <dgm:pt modelId="{C7AFA82E-9726-E543-AAB6-449D2C4ED00A}" type="pres">
      <dgm:prSet presAssocID="{38F51976-D3F8-4F2A-B0B8-C698F2942E0F}" presName="node" presStyleLbl="node1" presStyleIdx="3" presStyleCnt="6">
        <dgm:presLayoutVars>
          <dgm:bulletEnabled val="1"/>
        </dgm:presLayoutVars>
      </dgm:prSet>
      <dgm:spPr/>
    </dgm:pt>
    <dgm:pt modelId="{DC50544B-AAE8-EC49-B37E-558341D58CC9}" type="pres">
      <dgm:prSet presAssocID="{6C6AF9EB-F766-4E5F-AECA-AF838F8E58B9}" presName="sibTrans" presStyleCnt="0"/>
      <dgm:spPr/>
    </dgm:pt>
    <dgm:pt modelId="{E43A4E52-3F55-D748-80BC-839CAE719513}" type="pres">
      <dgm:prSet presAssocID="{7BAE9ACB-0896-4F7E-AFEC-B1BAAEFF274E}" presName="node" presStyleLbl="node1" presStyleIdx="4" presStyleCnt="6">
        <dgm:presLayoutVars>
          <dgm:bulletEnabled val="1"/>
        </dgm:presLayoutVars>
      </dgm:prSet>
      <dgm:spPr/>
    </dgm:pt>
    <dgm:pt modelId="{A723F59A-C252-7B45-A28D-BCACF2FD4459}" type="pres">
      <dgm:prSet presAssocID="{F1172E24-2A08-41CA-B535-0EF7D81F3845}" presName="sibTrans" presStyleCnt="0"/>
      <dgm:spPr/>
    </dgm:pt>
    <dgm:pt modelId="{5AD581E4-3C32-674A-A433-414EA1433685}" type="pres">
      <dgm:prSet presAssocID="{2B7A1841-5AA5-482E-8139-FE9A621333FA}" presName="node" presStyleLbl="node1" presStyleIdx="5" presStyleCnt="6">
        <dgm:presLayoutVars>
          <dgm:bulletEnabled val="1"/>
        </dgm:presLayoutVars>
      </dgm:prSet>
      <dgm:spPr/>
    </dgm:pt>
  </dgm:ptLst>
  <dgm:cxnLst>
    <dgm:cxn modelId="{A9435E04-CE17-4FD1-AF7D-97C9961E2D7F}" srcId="{EB3093B2-95AA-4994-8C34-3EDDC50C60EE}" destId="{2B7A1841-5AA5-482E-8139-FE9A621333FA}" srcOrd="5" destOrd="0" parTransId="{BEF20A52-3B77-46F2-B341-2391CC2FA644}" sibTransId="{163EA47B-491D-44DA-B408-5D979B511C04}"/>
    <dgm:cxn modelId="{57742407-6829-4FD6-8E20-CC0810AA6789}" srcId="{EB3093B2-95AA-4994-8C34-3EDDC50C60EE}" destId="{2B387789-DB19-4086-9496-03FA2642A37E}" srcOrd="0" destOrd="0" parTransId="{B2F95EC7-7E79-4DEA-9252-61972031EEA9}" sibTransId="{352028F3-735E-4514-80BF-64F2D0AAB1DC}"/>
    <dgm:cxn modelId="{0469CB15-A253-4AF3-B3C0-556C0223AAC4}" srcId="{38F51976-D3F8-4F2A-B0B8-C698F2942E0F}" destId="{206AABCD-7515-457C-88C0-2ED9FD3620E5}" srcOrd="1" destOrd="0" parTransId="{338CAEF0-6F9A-4FFE-A09A-D1795FB0EABD}" sibTransId="{2326DCDA-EA7A-41E5-A4B2-9CEB584FE2DD}"/>
    <dgm:cxn modelId="{871F791D-5A1D-42F9-B700-72843C0BEEAD}" srcId="{EB3093B2-95AA-4994-8C34-3EDDC50C60EE}" destId="{7BAE9ACB-0896-4F7E-AFEC-B1BAAEFF274E}" srcOrd="4" destOrd="0" parTransId="{EAB56C79-A91B-4F9C-A726-5CCE19FCB38C}" sibTransId="{F1172E24-2A08-41CA-B535-0EF7D81F3845}"/>
    <dgm:cxn modelId="{3339F322-D413-42F7-A61A-8109CF9124D7}" srcId="{EB3093B2-95AA-4994-8C34-3EDDC50C60EE}" destId="{3935404E-BF44-419C-A66D-3E7EDDBC9880}" srcOrd="1" destOrd="0" parTransId="{D2EA7D92-7A9B-4410-851C-634BDD4DDBF9}" sibTransId="{F6CC28AC-92C1-4F4D-9E5C-4AEE4E3288F7}"/>
    <dgm:cxn modelId="{031C5947-F562-494B-A215-A3D8AA9F3920}" type="presOf" srcId="{3935404E-BF44-419C-A66D-3E7EDDBC9880}" destId="{F1064120-36A8-CD44-BB48-1DA2BAA7041F}" srcOrd="0" destOrd="0" presId="urn:microsoft.com/office/officeart/2005/8/layout/default"/>
    <dgm:cxn modelId="{41016C53-0464-4F63-B96A-4D65545E6E77}" srcId="{EB3093B2-95AA-4994-8C34-3EDDC50C60EE}" destId="{38F51976-D3F8-4F2A-B0B8-C698F2942E0F}" srcOrd="3" destOrd="0" parTransId="{4D116505-46B1-48D9-A0F7-A529211975C6}" sibTransId="{6C6AF9EB-F766-4E5F-AECA-AF838F8E58B9}"/>
    <dgm:cxn modelId="{C8744876-B576-0B48-9C3A-A22D53EBDAF2}" type="presOf" srcId="{206AABCD-7515-457C-88C0-2ED9FD3620E5}" destId="{C7AFA82E-9726-E543-AAB6-449D2C4ED00A}" srcOrd="0" destOrd="2" presId="urn:microsoft.com/office/officeart/2005/8/layout/default"/>
    <dgm:cxn modelId="{22A8FA78-DDF2-B746-8237-E48DFE1A1C68}" type="presOf" srcId="{2B387789-DB19-4086-9496-03FA2642A37E}" destId="{9E5894EE-AB54-1A4A-96E5-34C8FEE291D7}" srcOrd="0" destOrd="0" presId="urn:microsoft.com/office/officeart/2005/8/layout/default"/>
    <dgm:cxn modelId="{97640B82-BE82-401F-8FEA-4FE67F31FDB5}" srcId="{EB3093B2-95AA-4994-8C34-3EDDC50C60EE}" destId="{4E90D8E4-A88C-41DB-B474-477C81A18A46}" srcOrd="2" destOrd="0" parTransId="{0AE0860E-EB0D-4984-8EFA-F1A73916C888}" sibTransId="{6A894D02-6BAE-41C3-B557-57D591CB348C}"/>
    <dgm:cxn modelId="{F98A398E-72C9-764A-A1E9-B646CDA8A79E}" type="presOf" srcId="{7BAE9ACB-0896-4F7E-AFEC-B1BAAEFF274E}" destId="{E43A4E52-3F55-D748-80BC-839CAE719513}" srcOrd="0" destOrd="0" presId="urn:microsoft.com/office/officeart/2005/8/layout/default"/>
    <dgm:cxn modelId="{D4BE06C2-6D6D-45ED-AB68-7DE61DDDC52F}" srcId="{38F51976-D3F8-4F2A-B0B8-C698F2942E0F}" destId="{8BD14B41-BFA4-4CC6-A9BD-3A8A4751B79B}" srcOrd="0" destOrd="0" parTransId="{495B9BB5-2D4A-4B1B-A8C9-511E9DB0B21A}" sibTransId="{A22DF2E2-0A00-4AC5-9DEF-8650CBFFD9B5}"/>
    <dgm:cxn modelId="{BBDE96CB-AB29-F546-A03F-0CB57D3B12E1}" type="presOf" srcId="{4E90D8E4-A88C-41DB-B474-477C81A18A46}" destId="{1C54DA48-776D-1843-8CB8-FAA641E5CD23}" srcOrd="0" destOrd="0" presId="urn:microsoft.com/office/officeart/2005/8/layout/default"/>
    <dgm:cxn modelId="{0008FAD4-C668-364C-894D-189F6FF2EC1A}" type="presOf" srcId="{8BD14B41-BFA4-4CC6-A9BD-3A8A4751B79B}" destId="{C7AFA82E-9726-E543-AAB6-449D2C4ED00A}" srcOrd="0" destOrd="1" presId="urn:microsoft.com/office/officeart/2005/8/layout/default"/>
    <dgm:cxn modelId="{750D63E5-F51D-724C-B098-FB4EAC2E7B5E}" type="presOf" srcId="{2B7A1841-5AA5-482E-8139-FE9A621333FA}" destId="{5AD581E4-3C32-674A-A433-414EA1433685}" srcOrd="0" destOrd="0" presId="urn:microsoft.com/office/officeart/2005/8/layout/default"/>
    <dgm:cxn modelId="{FE9A62EC-E23C-D340-A957-5705B27634F2}" type="presOf" srcId="{38F51976-D3F8-4F2A-B0B8-C698F2942E0F}" destId="{C7AFA82E-9726-E543-AAB6-449D2C4ED00A}" srcOrd="0" destOrd="0" presId="urn:microsoft.com/office/officeart/2005/8/layout/default"/>
    <dgm:cxn modelId="{7D04D3F0-9E40-1F4B-A01E-A8F6B3B75F5F}" type="presOf" srcId="{EB3093B2-95AA-4994-8C34-3EDDC50C60EE}" destId="{BEC6517D-391F-384B-89F2-B39F20190A70}" srcOrd="0" destOrd="0" presId="urn:microsoft.com/office/officeart/2005/8/layout/default"/>
    <dgm:cxn modelId="{9300266F-0836-0848-8F8E-4AE47B0BF617}" type="presParOf" srcId="{BEC6517D-391F-384B-89F2-B39F20190A70}" destId="{9E5894EE-AB54-1A4A-96E5-34C8FEE291D7}" srcOrd="0" destOrd="0" presId="urn:microsoft.com/office/officeart/2005/8/layout/default"/>
    <dgm:cxn modelId="{2666B4C2-93A6-4641-8C0C-63A97A2F2179}" type="presParOf" srcId="{BEC6517D-391F-384B-89F2-B39F20190A70}" destId="{EF0FFE3F-80A0-9047-9C0A-DA9322849F2C}" srcOrd="1" destOrd="0" presId="urn:microsoft.com/office/officeart/2005/8/layout/default"/>
    <dgm:cxn modelId="{42A1CD29-B870-6440-B30D-DA0F323BA138}" type="presParOf" srcId="{BEC6517D-391F-384B-89F2-B39F20190A70}" destId="{F1064120-36A8-CD44-BB48-1DA2BAA7041F}" srcOrd="2" destOrd="0" presId="urn:microsoft.com/office/officeart/2005/8/layout/default"/>
    <dgm:cxn modelId="{D3EF6518-B82A-4746-87C7-88C04043FE7A}" type="presParOf" srcId="{BEC6517D-391F-384B-89F2-B39F20190A70}" destId="{BDA54C9F-7AD5-4243-ADAB-4BE324E1CDB1}" srcOrd="3" destOrd="0" presId="urn:microsoft.com/office/officeart/2005/8/layout/default"/>
    <dgm:cxn modelId="{22EA287A-7D09-9A4B-A0AD-BA0E96CA4EBE}" type="presParOf" srcId="{BEC6517D-391F-384B-89F2-B39F20190A70}" destId="{1C54DA48-776D-1843-8CB8-FAA641E5CD23}" srcOrd="4" destOrd="0" presId="urn:microsoft.com/office/officeart/2005/8/layout/default"/>
    <dgm:cxn modelId="{5DB87A80-CB64-6545-B5C6-A4E98ED709E7}" type="presParOf" srcId="{BEC6517D-391F-384B-89F2-B39F20190A70}" destId="{1E6103C8-FDC7-DD44-99B2-0534A5F065C8}" srcOrd="5" destOrd="0" presId="urn:microsoft.com/office/officeart/2005/8/layout/default"/>
    <dgm:cxn modelId="{C5191C03-82A7-744D-A7DE-F0856B68541D}" type="presParOf" srcId="{BEC6517D-391F-384B-89F2-B39F20190A70}" destId="{C7AFA82E-9726-E543-AAB6-449D2C4ED00A}" srcOrd="6" destOrd="0" presId="urn:microsoft.com/office/officeart/2005/8/layout/default"/>
    <dgm:cxn modelId="{D7185D85-4115-E245-890B-00445F98F7E7}" type="presParOf" srcId="{BEC6517D-391F-384B-89F2-B39F20190A70}" destId="{DC50544B-AAE8-EC49-B37E-558341D58CC9}" srcOrd="7" destOrd="0" presId="urn:microsoft.com/office/officeart/2005/8/layout/default"/>
    <dgm:cxn modelId="{8DEAA1FD-09B2-C641-90E1-63F7366C7134}" type="presParOf" srcId="{BEC6517D-391F-384B-89F2-B39F20190A70}" destId="{E43A4E52-3F55-D748-80BC-839CAE719513}" srcOrd="8" destOrd="0" presId="urn:microsoft.com/office/officeart/2005/8/layout/default"/>
    <dgm:cxn modelId="{7E650FE2-6A6B-F347-9C7C-85B10B0ACD9F}" type="presParOf" srcId="{BEC6517D-391F-384B-89F2-B39F20190A70}" destId="{A723F59A-C252-7B45-A28D-BCACF2FD4459}" srcOrd="9" destOrd="0" presId="urn:microsoft.com/office/officeart/2005/8/layout/default"/>
    <dgm:cxn modelId="{4EB00924-E448-8F4B-9336-DF468E5F2B4E}" type="presParOf" srcId="{BEC6517D-391F-384B-89F2-B39F20190A70}" destId="{5AD581E4-3C32-674A-A433-414EA143368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382E17-B215-42D8-BC0E-920308B0E5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C9022A9-8BEA-4FCD-BB8E-DDB4E5C47A32}">
      <dgm:prSet/>
      <dgm:spPr/>
      <dgm:t>
        <a:bodyPr/>
        <a:lstStyle/>
        <a:p>
          <a:r>
            <a:rPr lang="en-US" b="1"/>
            <a:t>Models for implementation:</a:t>
          </a:r>
          <a:endParaRPr lang="en-US"/>
        </a:p>
      </dgm:t>
    </dgm:pt>
    <dgm:pt modelId="{B8EE1CA7-E67D-4D15-A336-381CE7E54813}" type="parTrans" cxnId="{343EBA41-9436-4A18-93A4-9407C5BF6455}">
      <dgm:prSet/>
      <dgm:spPr/>
      <dgm:t>
        <a:bodyPr/>
        <a:lstStyle/>
        <a:p>
          <a:endParaRPr lang="en-US"/>
        </a:p>
      </dgm:t>
    </dgm:pt>
    <dgm:pt modelId="{657EABF0-4B59-4915-B459-A7FB58C2BCF5}" type="sibTrans" cxnId="{343EBA41-9436-4A18-93A4-9407C5BF6455}">
      <dgm:prSet/>
      <dgm:spPr/>
      <dgm:t>
        <a:bodyPr/>
        <a:lstStyle/>
        <a:p>
          <a:endParaRPr lang="en-US"/>
        </a:p>
      </dgm:t>
    </dgm:pt>
    <dgm:pt modelId="{4CE0754C-8E23-4BEA-8280-78A6DD7F3BA3}">
      <dgm:prSet/>
      <dgm:spPr/>
      <dgm:t>
        <a:bodyPr/>
        <a:lstStyle/>
        <a:p>
          <a:r>
            <a:rPr lang="en-US"/>
            <a:t>Logistic Regression</a:t>
          </a:r>
        </a:p>
      </dgm:t>
    </dgm:pt>
    <dgm:pt modelId="{31DDB225-5ED9-47C6-8A9F-3433055797BD}" type="parTrans" cxnId="{5C377F6E-8188-41E6-B34F-CACE277F2012}">
      <dgm:prSet/>
      <dgm:spPr/>
      <dgm:t>
        <a:bodyPr/>
        <a:lstStyle/>
        <a:p>
          <a:endParaRPr lang="en-US"/>
        </a:p>
      </dgm:t>
    </dgm:pt>
    <dgm:pt modelId="{A6654C70-5451-41CB-90B1-37E7EE824A30}" type="sibTrans" cxnId="{5C377F6E-8188-41E6-B34F-CACE277F2012}">
      <dgm:prSet/>
      <dgm:spPr/>
      <dgm:t>
        <a:bodyPr/>
        <a:lstStyle/>
        <a:p>
          <a:endParaRPr lang="en-US"/>
        </a:p>
      </dgm:t>
    </dgm:pt>
    <dgm:pt modelId="{6ED7328B-6279-4EA7-8CB7-3CB5ABE167A0}">
      <dgm:prSet/>
      <dgm:spPr/>
      <dgm:t>
        <a:bodyPr/>
        <a:lstStyle/>
        <a:p>
          <a:r>
            <a:rPr lang="en-US"/>
            <a:t>LDA</a:t>
          </a:r>
        </a:p>
      </dgm:t>
    </dgm:pt>
    <dgm:pt modelId="{5353EAC5-67B0-4445-A0EC-DFF401E16CB6}" type="parTrans" cxnId="{79EE1CD1-E4A6-4880-AFFF-D99B2C79F842}">
      <dgm:prSet/>
      <dgm:spPr/>
      <dgm:t>
        <a:bodyPr/>
        <a:lstStyle/>
        <a:p>
          <a:endParaRPr lang="en-US"/>
        </a:p>
      </dgm:t>
    </dgm:pt>
    <dgm:pt modelId="{2111EF4E-C936-4686-9BE1-888658720642}" type="sibTrans" cxnId="{79EE1CD1-E4A6-4880-AFFF-D99B2C79F842}">
      <dgm:prSet/>
      <dgm:spPr/>
      <dgm:t>
        <a:bodyPr/>
        <a:lstStyle/>
        <a:p>
          <a:endParaRPr lang="en-US"/>
        </a:p>
      </dgm:t>
    </dgm:pt>
    <dgm:pt modelId="{C5568ADB-7F01-424A-8B6C-C5430E66B85E}">
      <dgm:prSet/>
      <dgm:spPr/>
      <dgm:t>
        <a:bodyPr/>
        <a:lstStyle/>
        <a:p>
          <a:r>
            <a:rPr lang="en-US"/>
            <a:t>QDA</a:t>
          </a:r>
        </a:p>
      </dgm:t>
    </dgm:pt>
    <dgm:pt modelId="{8C37C539-5501-4C36-B2C6-1ED90EC2EBD4}" type="parTrans" cxnId="{F6741A24-79DD-4D8F-9602-7A4B94073932}">
      <dgm:prSet/>
      <dgm:spPr/>
      <dgm:t>
        <a:bodyPr/>
        <a:lstStyle/>
        <a:p>
          <a:endParaRPr lang="en-US"/>
        </a:p>
      </dgm:t>
    </dgm:pt>
    <dgm:pt modelId="{ADAD75A1-4134-4F1A-A8F0-3B5124A5E29C}" type="sibTrans" cxnId="{F6741A24-79DD-4D8F-9602-7A4B94073932}">
      <dgm:prSet/>
      <dgm:spPr/>
      <dgm:t>
        <a:bodyPr/>
        <a:lstStyle/>
        <a:p>
          <a:endParaRPr lang="en-US"/>
        </a:p>
      </dgm:t>
    </dgm:pt>
    <dgm:pt modelId="{D685F822-8455-4341-BF6B-B8DEFA35CA8C}">
      <dgm:prSet/>
      <dgm:spPr/>
      <dgm:t>
        <a:bodyPr/>
        <a:lstStyle/>
        <a:p>
          <a:r>
            <a:rPr lang="en-US"/>
            <a:t>KNN</a:t>
          </a:r>
        </a:p>
      </dgm:t>
    </dgm:pt>
    <dgm:pt modelId="{7582D2A8-C116-4CF0-B993-4F5DB747A7B8}" type="parTrans" cxnId="{31E9AFE1-B2CB-4C5A-A275-6EC121CA32D5}">
      <dgm:prSet/>
      <dgm:spPr/>
      <dgm:t>
        <a:bodyPr/>
        <a:lstStyle/>
        <a:p>
          <a:endParaRPr lang="en-US"/>
        </a:p>
      </dgm:t>
    </dgm:pt>
    <dgm:pt modelId="{BC3EAD27-3E72-4812-A608-61F1E7EF701C}" type="sibTrans" cxnId="{31E9AFE1-B2CB-4C5A-A275-6EC121CA32D5}">
      <dgm:prSet/>
      <dgm:spPr/>
      <dgm:t>
        <a:bodyPr/>
        <a:lstStyle/>
        <a:p>
          <a:endParaRPr lang="en-US"/>
        </a:p>
      </dgm:t>
    </dgm:pt>
    <dgm:pt modelId="{EAFB702E-961C-4B63-800D-986AFE701B7E}">
      <dgm:prSet/>
      <dgm:spPr/>
      <dgm:t>
        <a:bodyPr/>
        <a:lstStyle/>
        <a:p>
          <a:r>
            <a:rPr lang="en-US"/>
            <a:t>SVC / Linear SVM</a:t>
          </a:r>
        </a:p>
      </dgm:t>
    </dgm:pt>
    <dgm:pt modelId="{46B64165-7640-484A-87BF-797F193F963E}" type="parTrans" cxnId="{41E59AB3-877F-462A-BC5E-3B7C645E9A6C}">
      <dgm:prSet/>
      <dgm:spPr/>
      <dgm:t>
        <a:bodyPr/>
        <a:lstStyle/>
        <a:p>
          <a:endParaRPr lang="en-US"/>
        </a:p>
      </dgm:t>
    </dgm:pt>
    <dgm:pt modelId="{715D9D08-04D9-4ADE-AFEC-096C01432C55}" type="sibTrans" cxnId="{41E59AB3-877F-462A-BC5E-3B7C645E9A6C}">
      <dgm:prSet/>
      <dgm:spPr/>
      <dgm:t>
        <a:bodyPr/>
        <a:lstStyle/>
        <a:p>
          <a:endParaRPr lang="en-US"/>
        </a:p>
      </dgm:t>
    </dgm:pt>
    <dgm:pt modelId="{9BE7CFD3-396A-4F56-9224-D08FD5A9A7C4}">
      <dgm:prSet/>
      <dgm:spPr/>
      <dgm:t>
        <a:bodyPr/>
        <a:lstStyle/>
        <a:p>
          <a:r>
            <a:rPr lang="en-US"/>
            <a:t>SVM with RBF kernel</a:t>
          </a:r>
        </a:p>
      </dgm:t>
    </dgm:pt>
    <dgm:pt modelId="{F892A391-48C4-4FDC-BABA-5B7B2AC169FB}" type="parTrans" cxnId="{63B39516-ED35-4B22-B2A2-C7628874F033}">
      <dgm:prSet/>
      <dgm:spPr/>
      <dgm:t>
        <a:bodyPr/>
        <a:lstStyle/>
        <a:p>
          <a:endParaRPr lang="en-US"/>
        </a:p>
      </dgm:t>
    </dgm:pt>
    <dgm:pt modelId="{D948AE6E-9B99-4BF0-A5E6-245E67497819}" type="sibTrans" cxnId="{63B39516-ED35-4B22-B2A2-C7628874F033}">
      <dgm:prSet/>
      <dgm:spPr/>
      <dgm:t>
        <a:bodyPr/>
        <a:lstStyle/>
        <a:p>
          <a:endParaRPr lang="en-US"/>
        </a:p>
      </dgm:t>
    </dgm:pt>
    <dgm:pt modelId="{88246CC5-EEBC-40DA-8FB9-895D1D05F60C}">
      <dgm:prSet/>
      <dgm:spPr/>
      <dgm:t>
        <a:bodyPr/>
        <a:lstStyle/>
        <a:p>
          <a:r>
            <a:rPr lang="en-US"/>
            <a:t>SVM with polynomial kernel</a:t>
          </a:r>
        </a:p>
      </dgm:t>
    </dgm:pt>
    <dgm:pt modelId="{43C4ABDA-22F7-4EA5-9F81-5A87ED7BA33F}" type="parTrans" cxnId="{BE8815A0-5AEC-4344-9FE5-895464F384C4}">
      <dgm:prSet/>
      <dgm:spPr/>
      <dgm:t>
        <a:bodyPr/>
        <a:lstStyle/>
        <a:p>
          <a:endParaRPr lang="en-US"/>
        </a:p>
      </dgm:t>
    </dgm:pt>
    <dgm:pt modelId="{FEEDEE50-594C-4B71-80D2-F993B1CCD65B}" type="sibTrans" cxnId="{BE8815A0-5AEC-4344-9FE5-895464F384C4}">
      <dgm:prSet/>
      <dgm:spPr/>
      <dgm:t>
        <a:bodyPr/>
        <a:lstStyle/>
        <a:p>
          <a:endParaRPr lang="en-US"/>
        </a:p>
      </dgm:t>
    </dgm:pt>
    <dgm:pt modelId="{1A732B0C-6963-42E6-BF13-CB92C0B0153B}">
      <dgm:prSet/>
      <dgm:spPr/>
      <dgm:t>
        <a:bodyPr/>
        <a:lstStyle/>
        <a:p>
          <a:r>
            <a:rPr lang="en-US"/>
            <a:t>Naive Bayes</a:t>
          </a:r>
        </a:p>
      </dgm:t>
    </dgm:pt>
    <dgm:pt modelId="{31FAE223-3234-47D8-90C1-76A3FC73BEFC}" type="parTrans" cxnId="{499CE771-0A6A-4D48-A0BD-A5F027C56268}">
      <dgm:prSet/>
      <dgm:spPr/>
      <dgm:t>
        <a:bodyPr/>
        <a:lstStyle/>
        <a:p>
          <a:endParaRPr lang="en-US"/>
        </a:p>
      </dgm:t>
    </dgm:pt>
    <dgm:pt modelId="{12AFA2E9-C592-44E9-AFBE-DE3E9E2C1212}" type="sibTrans" cxnId="{499CE771-0A6A-4D48-A0BD-A5F027C56268}">
      <dgm:prSet/>
      <dgm:spPr/>
      <dgm:t>
        <a:bodyPr/>
        <a:lstStyle/>
        <a:p>
          <a:endParaRPr lang="en-US"/>
        </a:p>
      </dgm:t>
    </dgm:pt>
    <dgm:pt modelId="{9FAB1088-2C5D-443A-BE57-33AF30CFC956}">
      <dgm:prSet/>
      <dgm:spPr/>
      <dgm:t>
        <a:bodyPr/>
        <a:lstStyle/>
        <a:p>
          <a:r>
            <a:rPr lang="en-US"/>
            <a:t>Decision Tree</a:t>
          </a:r>
        </a:p>
      </dgm:t>
    </dgm:pt>
    <dgm:pt modelId="{39739952-0627-4857-9BDC-18E4F1499B3C}" type="parTrans" cxnId="{1450FB71-2F91-43A6-88B0-232BD9766FC7}">
      <dgm:prSet/>
      <dgm:spPr/>
      <dgm:t>
        <a:bodyPr/>
        <a:lstStyle/>
        <a:p>
          <a:endParaRPr lang="en-US"/>
        </a:p>
      </dgm:t>
    </dgm:pt>
    <dgm:pt modelId="{CE26F365-475F-46AC-85A9-2938018B1402}" type="sibTrans" cxnId="{1450FB71-2F91-43A6-88B0-232BD9766FC7}">
      <dgm:prSet/>
      <dgm:spPr/>
      <dgm:t>
        <a:bodyPr/>
        <a:lstStyle/>
        <a:p>
          <a:endParaRPr lang="en-US"/>
        </a:p>
      </dgm:t>
    </dgm:pt>
    <dgm:pt modelId="{11AF8813-53C2-8246-8003-D8D1FF276EA0}" type="pres">
      <dgm:prSet presAssocID="{19382E17-B215-42D8-BC0E-920308B0E57C}" presName="vert0" presStyleCnt="0">
        <dgm:presLayoutVars>
          <dgm:dir/>
          <dgm:animOne val="branch"/>
          <dgm:animLvl val="lvl"/>
        </dgm:presLayoutVars>
      </dgm:prSet>
      <dgm:spPr/>
    </dgm:pt>
    <dgm:pt modelId="{B2B02127-2BFE-0C49-B7D3-E1764DEE6D8C}" type="pres">
      <dgm:prSet presAssocID="{0C9022A9-8BEA-4FCD-BB8E-DDB4E5C47A32}" presName="thickLine" presStyleLbl="alignNode1" presStyleIdx="0" presStyleCnt="10"/>
      <dgm:spPr/>
    </dgm:pt>
    <dgm:pt modelId="{D392C01E-78BA-894B-BDCB-C70FDEAB7CBF}" type="pres">
      <dgm:prSet presAssocID="{0C9022A9-8BEA-4FCD-BB8E-DDB4E5C47A32}" presName="horz1" presStyleCnt="0"/>
      <dgm:spPr/>
    </dgm:pt>
    <dgm:pt modelId="{A4337A99-060E-2B42-A5D8-D1FD0BF58CFE}" type="pres">
      <dgm:prSet presAssocID="{0C9022A9-8BEA-4FCD-BB8E-DDB4E5C47A32}" presName="tx1" presStyleLbl="revTx" presStyleIdx="0" presStyleCnt="10"/>
      <dgm:spPr/>
    </dgm:pt>
    <dgm:pt modelId="{5251C44B-7AFB-E940-A025-26B01DE5A272}" type="pres">
      <dgm:prSet presAssocID="{0C9022A9-8BEA-4FCD-BB8E-DDB4E5C47A32}" presName="vert1" presStyleCnt="0"/>
      <dgm:spPr/>
    </dgm:pt>
    <dgm:pt modelId="{B2DEF0E6-B8CC-044A-BDA6-2F4E6E7E4FF0}" type="pres">
      <dgm:prSet presAssocID="{4CE0754C-8E23-4BEA-8280-78A6DD7F3BA3}" presName="thickLine" presStyleLbl="alignNode1" presStyleIdx="1" presStyleCnt="10"/>
      <dgm:spPr/>
    </dgm:pt>
    <dgm:pt modelId="{4DEDD906-661E-074F-9E8E-7CF30B004B47}" type="pres">
      <dgm:prSet presAssocID="{4CE0754C-8E23-4BEA-8280-78A6DD7F3BA3}" presName="horz1" presStyleCnt="0"/>
      <dgm:spPr/>
    </dgm:pt>
    <dgm:pt modelId="{D12D4342-F4E6-3D49-A25D-A1A854FE67C5}" type="pres">
      <dgm:prSet presAssocID="{4CE0754C-8E23-4BEA-8280-78A6DD7F3BA3}" presName="tx1" presStyleLbl="revTx" presStyleIdx="1" presStyleCnt="10"/>
      <dgm:spPr/>
    </dgm:pt>
    <dgm:pt modelId="{F2CCA247-7956-6D4A-9BA9-4E91B774789F}" type="pres">
      <dgm:prSet presAssocID="{4CE0754C-8E23-4BEA-8280-78A6DD7F3BA3}" presName="vert1" presStyleCnt="0"/>
      <dgm:spPr/>
    </dgm:pt>
    <dgm:pt modelId="{369164E6-68AA-8141-AAB0-34D9342408E9}" type="pres">
      <dgm:prSet presAssocID="{6ED7328B-6279-4EA7-8CB7-3CB5ABE167A0}" presName="thickLine" presStyleLbl="alignNode1" presStyleIdx="2" presStyleCnt="10"/>
      <dgm:spPr/>
    </dgm:pt>
    <dgm:pt modelId="{340D80E9-49B0-0846-BD9D-93E356361F20}" type="pres">
      <dgm:prSet presAssocID="{6ED7328B-6279-4EA7-8CB7-3CB5ABE167A0}" presName="horz1" presStyleCnt="0"/>
      <dgm:spPr/>
    </dgm:pt>
    <dgm:pt modelId="{C65FC60C-BDA7-B24B-83D8-DF941391385B}" type="pres">
      <dgm:prSet presAssocID="{6ED7328B-6279-4EA7-8CB7-3CB5ABE167A0}" presName="tx1" presStyleLbl="revTx" presStyleIdx="2" presStyleCnt="10"/>
      <dgm:spPr/>
    </dgm:pt>
    <dgm:pt modelId="{C22B9787-C53F-094C-B26B-72E47322395C}" type="pres">
      <dgm:prSet presAssocID="{6ED7328B-6279-4EA7-8CB7-3CB5ABE167A0}" presName="vert1" presStyleCnt="0"/>
      <dgm:spPr/>
    </dgm:pt>
    <dgm:pt modelId="{07DC0692-DBC6-A748-9DF9-4E0FE7AC3F18}" type="pres">
      <dgm:prSet presAssocID="{C5568ADB-7F01-424A-8B6C-C5430E66B85E}" presName="thickLine" presStyleLbl="alignNode1" presStyleIdx="3" presStyleCnt="10"/>
      <dgm:spPr/>
    </dgm:pt>
    <dgm:pt modelId="{FFA11ABA-EEC3-E84A-A33B-320770BF002F}" type="pres">
      <dgm:prSet presAssocID="{C5568ADB-7F01-424A-8B6C-C5430E66B85E}" presName="horz1" presStyleCnt="0"/>
      <dgm:spPr/>
    </dgm:pt>
    <dgm:pt modelId="{3487C661-FBC4-D245-A779-252D968E4331}" type="pres">
      <dgm:prSet presAssocID="{C5568ADB-7F01-424A-8B6C-C5430E66B85E}" presName="tx1" presStyleLbl="revTx" presStyleIdx="3" presStyleCnt="10"/>
      <dgm:spPr/>
    </dgm:pt>
    <dgm:pt modelId="{E4208A21-2CF5-8145-B07E-49BB486133ED}" type="pres">
      <dgm:prSet presAssocID="{C5568ADB-7F01-424A-8B6C-C5430E66B85E}" presName="vert1" presStyleCnt="0"/>
      <dgm:spPr/>
    </dgm:pt>
    <dgm:pt modelId="{BDFE8643-39B9-9741-82B9-4ED3D68208B2}" type="pres">
      <dgm:prSet presAssocID="{D685F822-8455-4341-BF6B-B8DEFA35CA8C}" presName="thickLine" presStyleLbl="alignNode1" presStyleIdx="4" presStyleCnt="10"/>
      <dgm:spPr/>
    </dgm:pt>
    <dgm:pt modelId="{BC3FD8A1-EF76-BA43-A64F-6B6A6F335BB3}" type="pres">
      <dgm:prSet presAssocID="{D685F822-8455-4341-BF6B-B8DEFA35CA8C}" presName="horz1" presStyleCnt="0"/>
      <dgm:spPr/>
    </dgm:pt>
    <dgm:pt modelId="{3E7FA3AB-24A5-AC40-B58B-F517932AE2AD}" type="pres">
      <dgm:prSet presAssocID="{D685F822-8455-4341-BF6B-B8DEFA35CA8C}" presName="tx1" presStyleLbl="revTx" presStyleIdx="4" presStyleCnt="10"/>
      <dgm:spPr/>
    </dgm:pt>
    <dgm:pt modelId="{A0343E6F-588F-0E46-A569-70E6F96D5EB5}" type="pres">
      <dgm:prSet presAssocID="{D685F822-8455-4341-BF6B-B8DEFA35CA8C}" presName="vert1" presStyleCnt="0"/>
      <dgm:spPr/>
    </dgm:pt>
    <dgm:pt modelId="{B927268C-9E87-4146-93BA-D1ACB7F88BB5}" type="pres">
      <dgm:prSet presAssocID="{EAFB702E-961C-4B63-800D-986AFE701B7E}" presName="thickLine" presStyleLbl="alignNode1" presStyleIdx="5" presStyleCnt="10"/>
      <dgm:spPr/>
    </dgm:pt>
    <dgm:pt modelId="{9CA7A743-4E0C-344C-935C-036EEAD25F8F}" type="pres">
      <dgm:prSet presAssocID="{EAFB702E-961C-4B63-800D-986AFE701B7E}" presName="horz1" presStyleCnt="0"/>
      <dgm:spPr/>
    </dgm:pt>
    <dgm:pt modelId="{715A43BA-DCBC-0946-8C32-220269D35952}" type="pres">
      <dgm:prSet presAssocID="{EAFB702E-961C-4B63-800D-986AFE701B7E}" presName="tx1" presStyleLbl="revTx" presStyleIdx="5" presStyleCnt="10"/>
      <dgm:spPr/>
    </dgm:pt>
    <dgm:pt modelId="{F2887C15-6D0E-E140-A1A0-97F138509798}" type="pres">
      <dgm:prSet presAssocID="{EAFB702E-961C-4B63-800D-986AFE701B7E}" presName="vert1" presStyleCnt="0"/>
      <dgm:spPr/>
    </dgm:pt>
    <dgm:pt modelId="{47DEF4C8-53B2-6D42-BB49-B472A1015EE4}" type="pres">
      <dgm:prSet presAssocID="{9BE7CFD3-396A-4F56-9224-D08FD5A9A7C4}" presName="thickLine" presStyleLbl="alignNode1" presStyleIdx="6" presStyleCnt="10"/>
      <dgm:spPr/>
    </dgm:pt>
    <dgm:pt modelId="{42972F88-62BE-D44D-B775-41A4FA971D2D}" type="pres">
      <dgm:prSet presAssocID="{9BE7CFD3-396A-4F56-9224-D08FD5A9A7C4}" presName="horz1" presStyleCnt="0"/>
      <dgm:spPr/>
    </dgm:pt>
    <dgm:pt modelId="{F9126237-C79A-0E48-B2AC-BA8B771C8C94}" type="pres">
      <dgm:prSet presAssocID="{9BE7CFD3-396A-4F56-9224-D08FD5A9A7C4}" presName="tx1" presStyleLbl="revTx" presStyleIdx="6" presStyleCnt="10"/>
      <dgm:spPr/>
    </dgm:pt>
    <dgm:pt modelId="{819413A4-3913-DF4B-BC77-0453261B6B3F}" type="pres">
      <dgm:prSet presAssocID="{9BE7CFD3-396A-4F56-9224-D08FD5A9A7C4}" presName="vert1" presStyleCnt="0"/>
      <dgm:spPr/>
    </dgm:pt>
    <dgm:pt modelId="{2E5D9F56-28D8-6742-94D9-94156BF2CEB7}" type="pres">
      <dgm:prSet presAssocID="{88246CC5-EEBC-40DA-8FB9-895D1D05F60C}" presName="thickLine" presStyleLbl="alignNode1" presStyleIdx="7" presStyleCnt="10"/>
      <dgm:spPr/>
    </dgm:pt>
    <dgm:pt modelId="{159AAF12-D7D3-DE49-88C8-291409BAA210}" type="pres">
      <dgm:prSet presAssocID="{88246CC5-EEBC-40DA-8FB9-895D1D05F60C}" presName="horz1" presStyleCnt="0"/>
      <dgm:spPr/>
    </dgm:pt>
    <dgm:pt modelId="{90F50593-A8BA-414B-8096-CCCA2CE9B342}" type="pres">
      <dgm:prSet presAssocID="{88246CC5-EEBC-40DA-8FB9-895D1D05F60C}" presName="tx1" presStyleLbl="revTx" presStyleIdx="7" presStyleCnt="10"/>
      <dgm:spPr/>
    </dgm:pt>
    <dgm:pt modelId="{4A1F531B-2515-084D-B475-AF8B9EBB30C1}" type="pres">
      <dgm:prSet presAssocID="{88246CC5-EEBC-40DA-8FB9-895D1D05F60C}" presName="vert1" presStyleCnt="0"/>
      <dgm:spPr/>
    </dgm:pt>
    <dgm:pt modelId="{C12B8B5E-E54D-8048-A88D-ED5DEF17393B}" type="pres">
      <dgm:prSet presAssocID="{1A732B0C-6963-42E6-BF13-CB92C0B0153B}" presName="thickLine" presStyleLbl="alignNode1" presStyleIdx="8" presStyleCnt="10"/>
      <dgm:spPr/>
    </dgm:pt>
    <dgm:pt modelId="{C81198DA-4A62-9547-B030-B6DA120B42D8}" type="pres">
      <dgm:prSet presAssocID="{1A732B0C-6963-42E6-BF13-CB92C0B0153B}" presName="horz1" presStyleCnt="0"/>
      <dgm:spPr/>
    </dgm:pt>
    <dgm:pt modelId="{5FFE1B0F-1C62-4745-8355-BC739A4BAE75}" type="pres">
      <dgm:prSet presAssocID="{1A732B0C-6963-42E6-BF13-CB92C0B0153B}" presName="tx1" presStyleLbl="revTx" presStyleIdx="8" presStyleCnt="10"/>
      <dgm:spPr/>
    </dgm:pt>
    <dgm:pt modelId="{3C1028DD-B854-8045-981A-E804C5CF8653}" type="pres">
      <dgm:prSet presAssocID="{1A732B0C-6963-42E6-BF13-CB92C0B0153B}" presName="vert1" presStyleCnt="0"/>
      <dgm:spPr/>
    </dgm:pt>
    <dgm:pt modelId="{138AFCA3-83C8-4E4B-9656-98C6B0F1EE5C}" type="pres">
      <dgm:prSet presAssocID="{9FAB1088-2C5D-443A-BE57-33AF30CFC956}" presName="thickLine" presStyleLbl="alignNode1" presStyleIdx="9" presStyleCnt="10"/>
      <dgm:spPr/>
    </dgm:pt>
    <dgm:pt modelId="{2E04AC57-89DA-0F4A-A210-44E8FB276EA4}" type="pres">
      <dgm:prSet presAssocID="{9FAB1088-2C5D-443A-BE57-33AF30CFC956}" presName="horz1" presStyleCnt="0"/>
      <dgm:spPr/>
    </dgm:pt>
    <dgm:pt modelId="{5A63B42C-F798-084D-8D69-1EEFF3621B71}" type="pres">
      <dgm:prSet presAssocID="{9FAB1088-2C5D-443A-BE57-33AF30CFC956}" presName="tx1" presStyleLbl="revTx" presStyleIdx="9" presStyleCnt="10"/>
      <dgm:spPr/>
    </dgm:pt>
    <dgm:pt modelId="{B0C78071-DBF6-F448-87FF-132907E0B8FF}" type="pres">
      <dgm:prSet presAssocID="{9FAB1088-2C5D-443A-BE57-33AF30CFC956}" presName="vert1" presStyleCnt="0"/>
      <dgm:spPr/>
    </dgm:pt>
  </dgm:ptLst>
  <dgm:cxnLst>
    <dgm:cxn modelId="{4C6EC013-A189-B045-8507-4847C9F50822}" type="presOf" srcId="{1A732B0C-6963-42E6-BF13-CB92C0B0153B}" destId="{5FFE1B0F-1C62-4745-8355-BC739A4BAE75}" srcOrd="0" destOrd="0" presId="urn:microsoft.com/office/officeart/2008/layout/LinedList"/>
    <dgm:cxn modelId="{63B39516-ED35-4B22-B2A2-C7628874F033}" srcId="{19382E17-B215-42D8-BC0E-920308B0E57C}" destId="{9BE7CFD3-396A-4F56-9224-D08FD5A9A7C4}" srcOrd="6" destOrd="0" parTransId="{F892A391-48C4-4FDC-BABA-5B7B2AC169FB}" sibTransId="{D948AE6E-9B99-4BF0-A5E6-245E67497819}"/>
    <dgm:cxn modelId="{CDD57319-726D-3E44-A25B-026FA8D7F9A6}" type="presOf" srcId="{4CE0754C-8E23-4BEA-8280-78A6DD7F3BA3}" destId="{D12D4342-F4E6-3D49-A25D-A1A854FE67C5}" srcOrd="0" destOrd="0" presId="urn:microsoft.com/office/officeart/2008/layout/LinedList"/>
    <dgm:cxn modelId="{F6741A24-79DD-4D8F-9602-7A4B94073932}" srcId="{19382E17-B215-42D8-BC0E-920308B0E57C}" destId="{C5568ADB-7F01-424A-8B6C-C5430E66B85E}" srcOrd="3" destOrd="0" parTransId="{8C37C539-5501-4C36-B2C6-1ED90EC2EBD4}" sibTransId="{ADAD75A1-4134-4F1A-A8F0-3B5124A5E29C}"/>
    <dgm:cxn modelId="{8CD19225-4A0B-EA43-91B1-3D8E4AA0558D}" type="presOf" srcId="{0C9022A9-8BEA-4FCD-BB8E-DDB4E5C47A32}" destId="{A4337A99-060E-2B42-A5D8-D1FD0BF58CFE}" srcOrd="0" destOrd="0" presId="urn:microsoft.com/office/officeart/2008/layout/LinedList"/>
    <dgm:cxn modelId="{C96C9940-748F-E84D-AEDC-1EFA0CC5740C}" type="presOf" srcId="{C5568ADB-7F01-424A-8B6C-C5430E66B85E}" destId="{3487C661-FBC4-D245-A779-252D968E4331}" srcOrd="0" destOrd="0" presId="urn:microsoft.com/office/officeart/2008/layout/LinedList"/>
    <dgm:cxn modelId="{343EBA41-9436-4A18-93A4-9407C5BF6455}" srcId="{19382E17-B215-42D8-BC0E-920308B0E57C}" destId="{0C9022A9-8BEA-4FCD-BB8E-DDB4E5C47A32}" srcOrd="0" destOrd="0" parTransId="{B8EE1CA7-E67D-4D15-A336-381CE7E54813}" sibTransId="{657EABF0-4B59-4915-B459-A7FB58C2BCF5}"/>
    <dgm:cxn modelId="{6F2C0066-B0FC-7149-AB9A-1E2282C2BA99}" type="presOf" srcId="{EAFB702E-961C-4B63-800D-986AFE701B7E}" destId="{715A43BA-DCBC-0946-8C32-220269D35952}" srcOrd="0" destOrd="0" presId="urn:microsoft.com/office/officeart/2008/layout/LinedList"/>
    <dgm:cxn modelId="{5C377F6E-8188-41E6-B34F-CACE277F2012}" srcId="{19382E17-B215-42D8-BC0E-920308B0E57C}" destId="{4CE0754C-8E23-4BEA-8280-78A6DD7F3BA3}" srcOrd="1" destOrd="0" parTransId="{31DDB225-5ED9-47C6-8A9F-3433055797BD}" sibTransId="{A6654C70-5451-41CB-90B1-37E7EE824A30}"/>
    <dgm:cxn modelId="{499CE771-0A6A-4D48-A0BD-A5F027C56268}" srcId="{19382E17-B215-42D8-BC0E-920308B0E57C}" destId="{1A732B0C-6963-42E6-BF13-CB92C0B0153B}" srcOrd="8" destOrd="0" parTransId="{31FAE223-3234-47D8-90C1-76A3FC73BEFC}" sibTransId="{12AFA2E9-C592-44E9-AFBE-DE3E9E2C1212}"/>
    <dgm:cxn modelId="{1450FB71-2F91-43A6-88B0-232BD9766FC7}" srcId="{19382E17-B215-42D8-BC0E-920308B0E57C}" destId="{9FAB1088-2C5D-443A-BE57-33AF30CFC956}" srcOrd="9" destOrd="0" parTransId="{39739952-0627-4857-9BDC-18E4F1499B3C}" sibTransId="{CE26F365-475F-46AC-85A9-2938018B1402}"/>
    <dgm:cxn modelId="{C4D74A8E-F248-DB4E-BB61-E32E58555EF7}" type="presOf" srcId="{88246CC5-EEBC-40DA-8FB9-895D1D05F60C}" destId="{90F50593-A8BA-414B-8096-CCCA2CE9B342}" srcOrd="0" destOrd="0" presId="urn:microsoft.com/office/officeart/2008/layout/LinedList"/>
    <dgm:cxn modelId="{BE8815A0-5AEC-4344-9FE5-895464F384C4}" srcId="{19382E17-B215-42D8-BC0E-920308B0E57C}" destId="{88246CC5-EEBC-40DA-8FB9-895D1D05F60C}" srcOrd="7" destOrd="0" parTransId="{43C4ABDA-22F7-4EA5-9F81-5A87ED7BA33F}" sibTransId="{FEEDEE50-594C-4B71-80D2-F993B1CCD65B}"/>
    <dgm:cxn modelId="{BC8AC7A7-BFF9-F64A-AF8D-5278D4D4C267}" type="presOf" srcId="{9FAB1088-2C5D-443A-BE57-33AF30CFC956}" destId="{5A63B42C-F798-084D-8D69-1EEFF3621B71}" srcOrd="0" destOrd="0" presId="urn:microsoft.com/office/officeart/2008/layout/LinedList"/>
    <dgm:cxn modelId="{D0C8A6AA-281C-BC49-AFB9-6744B6A5821E}" type="presOf" srcId="{19382E17-B215-42D8-BC0E-920308B0E57C}" destId="{11AF8813-53C2-8246-8003-D8D1FF276EA0}" srcOrd="0" destOrd="0" presId="urn:microsoft.com/office/officeart/2008/layout/LinedList"/>
    <dgm:cxn modelId="{D67B81AB-CA12-794C-A3B2-448946DEE667}" type="presOf" srcId="{6ED7328B-6279-4EA7-8CB7-3CB5ABE167A0}" destId="{C65FC60C-BDA7-B24B-83D8-DF941391385B}" srcOrd="0" destOrd="0" presId="urn:microsoft.com/office/officeart/2008/layout/LinedList"/>
    <dgm:cxn modelId="{41E59AB3-877F-462A-BC5E-3B7C645E9A6C}" srcId="{19382E17-B215-42D8-BC0E-920308B0E57C}" destId="{EAFB702E-961C-4B63-800D-986AFE701B7E}" srcOrd="5" destOrd="0" parTransId="{46B64165-7640-484A-87BF-797F193F963E}" sibTransId="{715D9D08-04D9-4ADE-AFEC-096C01432C55}"/>
    <dgm:cxn modelId="{560E39BA-3773-2A40-87A2-337169D77AEE}" type="presOf" srcId="{D685F822-8455-4341-BF6B-B8DEFA35CA8C}" destId="{3E7FA3AB-24A5-AC40-B58B-F517932AE2AD}" srcOrd="0" destOrd="0" presId="urn:microsoft.com/office/officeart/2008/layout/LinedList"/>
    <dgm:cxn modelId="{79EE1CD1-E4A6-4880-AFFF-D99B2C79F842}" srcId="{19382E17-B215-42D8-BC0E-920308B0E57C}" destId="{6ED7328B-6279-4EA7-8CB7-3CB5ABE167A0}" srcOrd="2" destOrd="0" parTransId="{5353EAC5-67B0-4445-A0EC-DFF401E16CB6}" sibTransId="{2111EF4E-C936-4686-9BE1-888658720642}"/>
    <dgm:cxn modelId="{31E9AFE1-B2CB-4C5A-A275-6EC121CA32D5}" srcId="{19382E17-B215-42D8-BC0E-920308B0E57C}" destId="{D685F822-8455-4341-BF6B-B8DEFA35CA8C}" srcOrd="4" destOrd="0" parTransId="{7582D2A8-C116-4CF0-B993-4F5DB747A7B8}" sibTransId="{BC3EAD27-3E72-4812-A608-61F1E7EF701C}"/>
    <dgm:cxn modelId="{43239CEB-2619-534D-BC98-3EBAAC0EED04}" type="presOf" srcId="{9BE7CFD3-396A-4F56-9224-D08FD5A9A7C4}" destId="{F9126237-C79A-0E48-B2AC-BA8B771C8C94}" srcOrd="0" destOrd="0" presId="urn:microsoft.com/office/officeart/2008/layout/LinedList"/>
    <dgm:cxn modelId="{7B897512-AED2-A649-BEE7-84487DBCB273}" type="presParOf" srcId="{11AF8813-53C2-8246-8003-D8D1FF276EA0}" destId="{B2B02127-2BFE-0C49-B7D3-E1764DEE6D8C}" srcOrd="0" destOrd="0" presId="urn:microsoft.com/office/officeart/2008/layout/LinedList"/>
    <dgm:cxn modelId="{83615BDD-EE8D-6B43-B8A4-213047FF2281}" type="presParOf" srcId="{11AF8813-53C2-8246-8003-D8D1FF276EA0}" destId="{D392C01E-78BA-894B-BDCB-C70FDEAB7CBF}" srcOrd="1" destOrd="0" presId="urn:microsoft.com/office/officeart/2008/layout/LinedList"/>
    <dgm:cxn modelId="{51F56541-F945-914D-808F-27BCF75B96EE}" type="presParOf" srcId="{D392C01E-78BA-894B-BDCB-C70FDEAB7CBF}" destId="{A4337A99-060E-2B42-A5D8-D1FD0BF58CFE}" srcOrd="0" destOrd="0" presId="urn:microsoft.com/office/officeart/2008/layout/LinedList"/>
    <dgm:cxn modelId="{455353DD-A4C1-5640-916A-596BEA5724B0}" type="presParOf" srcId="{D392C01E-78BA-894B-BDCB-C70FDEAB7CBF}" destId="{5251C44B-7AFB-E940-A025-26B01DE5A272}" srcOrd="1" destOrd="0" presId="urn:microsoft.com/office/officeart/2008/layout/LinedList"/>
    <dgm:cxn modelId="{1FB7EB71-3DB6-6840-B5CF-34707B090DA5}" type="presParOf" srcId="{11AF8813-53C2-8246-8003-D8D1FF276EA0}" destId="{B2DEF0E6-B8CC-044A-BDA6-2F4E6E7E4FF0}" srcOrd="2" destOrd="0" presId="urn:microsoft.com/office/officeart/2008/layout/LinedList"/>
    <dgm:cxn modelId="{910EB834-18B4-1D49-BF92-27A25CBBFBB1}" type="presParOf" srcId="{11AF8813-53C2-8246-8003-D8D1FF276EA0}" destId="{4DEDD906-661E-074F-9E8E-7CF30B004B47}" srcOrd="3" destOrd="0" presId="urn:microsoft.com/office/officeart/2008/layout/LinedList"/>
    <dgm:cxn modelId="{23A86049-C013-1248-BD5A-2D48457727B3}" type="presParOf" srcId="{4DEDD906-661E-074F-9E8E-7CF30B004B47}" destId="{D12D4342-F4E6-3D49-A25D-A1A854FE67C5}" srcOrd="0" destOrd="0" presId="urn:microsoft.com/office/officeart/2008/layout/LinedList"/>
    <dgm:cxn modelId="{DD45F8B3-242A-E54C-AA93-03BC0483B9ED}" type="presParOf" srcId="{4DEDD906-661E-074F-9E8E-7CF30B004B47}" destId="{F2CCA247-7956-6D4A-9BA9-4E91B774789F}" srcOrd="1" destOrd="0" presId="urn:microsoft.com/office/officeart/2008/layout/LinedList"/>
    <dgm:cxn modelId="{9CBF7852-19CD-9347-828A-74EB0BA68BAD}" type="presParOf" srcId="{11AF8813-53C2-8246-8003-D8D1FF276EA0}" destId="{369164E6-68AA-8141-AAB0-34D9342408E9}" srcOrd="4" destOrd="0" presId="urn:microsoft.com/office/officeart/2008/layout/LinedList"/>
    <dgm:cxn modelId="{123D7EF1-D4B5-E145-AC76-773D12036482}" type="presParOf" srcId="{11AF8813-53C2-8246-8003-D8D1FF276EA0}" destId="{340D80E9-49B0-0846-BD9D-93E356361F20}" srcOrd="5" destOrd="0" presId="urn:microsoft.com/office/officeart/2008/layout/LinedList"/>
    <dgm:cxn modelId="{7E7766EF-2F5E-8748-A4CC-D351BF832873}" type="presParOf" srcId="{340D80E9-49B0-0846-BD9D-93E356361F20}" destId="{C65FC60C-BDA7-B24B-83D8-DF941391385B}" srcOrd="0" destOrd="0" presId="urn:microsoft.com/office/officeart/2008/layout/LinedList"/>
    <dgm:cxn modelId="{FD0DD5C0-3978-D743-9B10-D8C90AB679D6}" type="presParOf" srcId="{340D80E9-49B0-0846-BD9D-93E356361F20}" destId="{C22B9787-C53F-094C-B26B-72E47322395C}" srcOrd="1" destOrd="0" presId="urn:microsoft.com/office/officeart/2008/layout/LinedList"/>
    <dgm:cxn modelId="{C3DEC2C0-2A27-1C4F-BB8D-AB10C823F934}" type="presParOf" srcId="{11AF8813-53C2-8246-8003-D8D1FF276EA0}" destId="{07DC0692-DBC6-A748-9DF9-4E0FE7AC3F18}" srcOrd="6" destOrd="0" presId="urn:microsoft.com/office/officeart/2008/layout/LinedList"/>
    <dgm:cxn modelId="{1056D2B4-BD44-C443-B623-A627F302E7C2}" type="presParOf" srcId="{11AF8813-53C2-8246-8003-D8D1FF276EA0}" destId="{FFA11ABA-EEC3-E84A-A33B-320770BF002F}" srcOrd="7" destOrd="0" presId="urn:microsoft.com/office/officeart/2008/layout/LinedList"/>
    <dgm:cxn modelId="{03FD070D-AA8F-1846-A4AD-667E9BA867BB}" type="presParOf" srcId="{FFA11ABA-EEC3-E84A-A33B-320770BF002F}" destId="{3487C661-FBC4-D245-A779-252D968E4331}" srcOrd="0" destOrd="0" presId="urn:microsoft.com/office/officeart/2008/layout/LinedList"/>
    <dgm:cxn modelId="{3E33D7D0-11E7-574B-866A-F6C52D47644E}" type="presParOf" srcId="{FFA11ABA-EEC3-E84A-A33B-320770BF002F}" destId="{E4208A21-2CF5-8145-B07E-49BB486133ED}" srcOrd="1" destOrd="0" presId="urn:microsoft.com/office/officeart/2008/layout/LinedList"/>
    <dgm:cxn modelId="{645C9DCC-0E70-924E-B0A5-9C08002A557E}" type="presParOf" srcId="{11AF8813-53C2-8246-8003-D8D1FF276EA0}" destId="{BDFE8643-39B9-9741-82B9-4ED3D68208B2}" srcOrd="8" destOrd="0" presId="urn:microsoft.com/office/officeart/2008/layout/LinedList"/>
    <dgm:cxn modelId="{6E2DE7D8-9311-6642-9FBA-DDDA59622732}" type="presParOf" srcId="{11AF8813-53C2-8246-8003-D8D1FF276EA0}" destId="{BC3FD8A1-EF76-BA43-A64F-6B6A6F335BB3}" srcOrd="9" destOrd="0" presId="urn:microsoft.com/office/officeart/2008/layout/LinedList"/>
    <dgm:cxn modelId="{C0F645A7-F019-6543-9B68-0C0A35555667}" type="presParOf" srcId="{BC3FD8A1-EF76-BA43-A64F-6B6A6F335BB3}" destId="{3E7FA3AB-24A5-AC40-B58B-F517932AE2AD}" srcOrd="0" destOrd="0" presId="urn:microsoft.com/office/officeart/2008/layout/LinedList"/>
    <dgm:cxn modelId="{FB89AF39-52D1-D74D-93A7-CE1B8B940E7A}" type="presParOf" srcId="{BC3FD8A1-EF76-BA43-A64F-6B6A6F335BB3}" destId="{A0343E6F-588F-0E46-A569-70E6F96D5EB5}" srcOrd="1" destOrd="0" presId="urn:microsoft.com/office/officeart/2008/layout/LinedList"/>
    <dgm:cxn modelId="{5EDB5004-21F0-8849-9661-86A0397FAB56}" type="presParOf" srcId="{11AF8813-53C2-8246-8003-D8D1FF276EA0}" destId="{B927268C-9E87-4146-93BA-D1ACB7F88BB5}" srcOrd="10" destOrd="0" presId="urn:microsoft.com/office/officeart/2008/layout/LinedList"/>
    <dgm:cxn modelId="{39308BCE-7E2C-3B4E-8AA7-9839B07FA729}" type="presParOf" srcId="{11AF8813-53C2-8246-8003-D8D1FF276EA0}" destId="{9CA7A743-4E0C-344C-935C-036EEAD25F8F}" srcOrd="11" destOrd="0" presId="urn:microsoft.com/office/officeart/2008/layout/LinedList"/>
    <dgm:cxn modelId="{CACE8D39-2307-3F44-B52A-60AB372E82BC}" type="presParOf" srcId="{9CA7A743-4E0C-344C-935C-036EEAD25F8F}" destId="{715A43BA-DCBC-0946-8C32-220269D35952}" srcOrd="0" destOrd="0" presId="urn:microsoft.com/office/officeart/2008/layout/LinedList"/>
    <dgm:cxn modelId="{C1D173EE-1815-624F-AD4B-1C1E454A8778}" type="presParOf" srcId="{9CA7A743-4E0C-344C-935C-036EEAD25F8F}" destId="{F2887C15-6D0E-E140-A1A0-97F138509798}" srcOrd="1" destOrd="0" presId="urn:microsoft.com/office/officeart/2008/layout/LinedList"/>
    <dgm:cxn modelId="{D8E77F55-3391-FF44-9B06-70723E41BA4D}" type="presParOf" srcId="{11AF8813-53C2-8246-8003-D8D1FF276EA0}" destId="{47DEF4C8-53B2-6D42-BB49-B472A1015EE4}" srcOrd="12" destOrd="0" presId="urn:microsoft.com/office/officeart/2008/layout/LinedList"/>
    <dgm:cxn modelId="{4497662C-13DE-DA48-8DF8-55472739376D}" type="presParOf" srcId="{11AF8813-53C2-8246-8003-D8D1FF276EA0}" destId="{42972F88-62BE-D44D-B775-41A4FA971D2D}" srcOrd="13" destOrd="0" presId="urn:microsoft.com/office/officeart/2008/layout/LinedList"/>
    <dgm:cxn modelId="{0FE3A2D9-1C2D-CF4B-BE5C-29792E4DE605}" type="presParOf" srcId="{42972F88-62BE-D44D-B775-41A4FA971D2D}" destId="{F9126237-C79A-0E48-B2AC-BA8B771C8C94}" srcOrd="0" destOrd="0" presId="urn:microsoft.com/office/officeart/2008/layout/LinedList"/>
    <dgm:cxn modelId="{32FAAFA1-BF44-AC46-9AE1-C513DD284B23}" type="presParOf" srcId="{42972F88-62BE-D44D-B775-41A4FA971D2D}" destId="{819413A4-3913-DF4B-BC77-0453261B6B3F}" srcOrd="1" destOrd="0" presId="urn:microsoft.com/office/officeart/2008/layout/LinedList"/>
    <dgm:cxn modelId="{851B78C0-25F6-7C43-9460-3D3C9BD6A18E}" type="presParOf" srcId="{11AF8813-53C2-8246-8003-D8D1FF276EA0}" destId="{2E5D9F56-28D8-6742-94D9-94156BF2CEB7}" srcOrd="14" destOrd="0" presId="urn:microsoft.com/office/officeart/2008/layout/LinedList"/>
    <dgm:cxn modelId="{76114BA9-B839-484D-BDA8-1A1C7359E2A8}" type="presParOf" srcId="{11AF8813-53C2-8246-8003-D8D1FF276EA0}" destId="{159AAF12-D7D3-DE49-88C8-291409BAA210}" srcOrd="15" destOrd="0" presId="urn:microsoft.com/office/officeart/2008/layout/LinedList"/>
    <dgm:cxn modelId="{345C62B6-F6F7-264C-9557-A1709F0514AE}" type="presParOf" srcId="{159AAF12-D7D3-DE49-88C8-291409BAA210}" destId="{90F50593-A8BA-414B-8096-CCCA2CE9B342}" srcOrd="0" destOrd="0" presId="urn:microsoft.com/office/officeart/2008/layout/LinedList"/>
    <dgm:cxn modelId="{E1789DCB-F9A2-2A43-AA19-F86BB11FA95C}" type="presParOf" srcId="{159AAF12-D7D3-DE49-88C8-291409BAA210}" destId="{4A1F531B-2515-084D-B475-AF8B9EBB30C1}" srcOrd="1" destOrd="0" presId="urn:microsoft.com/office/officeart/2008/layout/LinedList"/>
    <dgm:cxn modelId="{E9D716DA-0D51-E140-A7C0-DB8EE1B9618A}" type="presParOf" srcId="{11AF8813-53C2-8246-8003-D8D1FF276EA0}" destId="{C12B8B5E-E54D-8048-A88D-ED5DEF17393B}" srcOrd="16" destOrd="0" presId="urn:microsoft.com/office/officeart/2008/layout/LinedList"/>
    <dgm:cxn modelId="{8CFBB169-5D9D-CD43-947B-02CEC1D1B7EC}" type="presParOf" srcId="{11AF8813-53C2-8246-8003-D8D1FF276EA0}" destId="{C81198DA-4A62-9547-B030-B6DA120B42D8}" srcOrd="17" destOrd="0" presId="urn:microsoft.com/office/officeart/2008/layout/LinedList"/>
    <dgm:cxn modelId="{DF84223E-3709-7E4D-BDEE-DD43851BD6AD}" type="presParOf" srcId="{C81198DA-4A62-9547-B030-B6DA120B42D8}" destId="{5FFE1B0F-1C62-4745-8355-BC739A4BAE75}" srcOrd="0" destOrd="0" presId="urn:microsoft.com/office/officeart/2008/layout/LinedList"/>
    <dgm:cxn modelId="{04B449D6-7267-0141-891F-829AFA6575B8}" type="presParOf" srcId="{C81198DA-4A62-9547-B030-B6DA120B42D8}" destId="{3C1028DD-B854-8045-981A-E804C5CF8653}" srcOrd="1" destOrd="0" presId="urn:microsoft.com/office/officeart/2008/layout/LinedList"/>
    <dgm:cxn modelId="{BC3D53FB-C8BA-234A-93AC-F579C5FAB43A}" type="presParOf" srcId="{11AF8813-53C2-8246-8003-D8D1FF276EA0}" destId="{138AFCA3-83C8-4E4B-9656-98C6B0F1EE5C}" srcOrd="18" destOrd="0" presId="urn:microsoft.com/office/officeart/2008/layout/LinedList"/>
    <dgm:cxn modelId="{01BEB564-BF66-CB42-B19B-E77F00270A0B}" type="presParOf" srcId="{11AF8813-53C2-8246-8003-D8D1FF276EA0}" destId="{2E04AC57-89DA-0F4A-A210-44E8FB276EA4}" srcOrd="19" destOrd="0" presId="urn:microsoft.com/office/officeart/2008/layout/LinedList"/>
    <dgm:cxn modelId="{C979E87F-9C44-4248-9B62-D89B746888A9}" type="presParOf" srcId="{2E04AC57-89DA-0F4A-A210-44E8FB276EA4}" destId="{5A63B42C-F798-084D-8D69-1EEFF3621B71}" srcOrd="0" destOrd="0" presId="urn:microsoft.com/office/officeart/2008/layout/LinedList"/>
    <dgm:cxn modelId="{37DAF242-A2D7-6D46-A543-C753ED1119EE}" type="presParOf" srcId="{2E04AC57-89DA-0F4A-A210-44E8FB276EA4}" destId="{B0C78071-DBF6-F448-87FF-132907E0B8F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FFE48D-B27D-4EC5-BFA4-07991638DB0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78564D4-B92A-493D-889E-EB6A60437C37}">
      <dgm:prSet/>
      <dgm:spPr/>
      <dgm:t>
        <a:bodyPr/>
        <a:lstStyle/>
        <a:p>
          <a:r>
            <a:rPr lang="en-US"/>
            <a:t>I then added new models:</a:t>
          </a:r>
        </a:p>
      </dgm:t>
    </dgm:pt>
    <dgm:pt modelId="{011F862C-A553-4B01-967D-22E509DF9B8D}" type="parTrans" cxnId="{172521AA-AFEC-4BFD-8ADF-5F0BCBC7B22A}">
      <dgm:prSet/>
      <dgm:spPr/>
      <dgm:t>
        <a:bodyPr/>
        <a:lstStyle/>
        <a:p>
          <a:endParaRPr lang="en-US"/>
        </a:p>
      </dgm:t>
    </dgm:pt>
    <dgm:pt modelId="{694158F7-50B4-4182-AB8B-1B4C59DC024D}" type="sibTrans" cxnId="{172521AA-AFEC-4BFD-8ADF-5F0BCBC7B22A}">
      <dgm:prSet/>
      <dgm:spPr/>
      <dgm:t>
        <a:bodyPr/>
        <a:lstStyle/>
        <a:p>
          <a:endParaRPr lang="en-US"/>
        </a:p>
      </dgm:t>
    </dgm:pt>
    <dgm:pt modelId="{CBB680DC-029D-4352-B8C7-FCAAF42D8CDB}">
      <dgm:prSet/>
      <dgm:spPr/>
      <dgm:t>
        <a:bodyPr/>
        <a:lstStyle/>
        <a:p>
          <a:r>
            <a:rPr lang="en-US"/>
            <a:t>Linear Support Vector Classifier</a:t>
          </a:r>
        </a:p>
      </dgm:t>
    </dgm:pt>
    <dgm:pt modelId="{87E60B2E-6DF3-48A6-840F-FCF2B4140A85}" type="parTrans" cxnId="{03B42B32-5689-44C0-A10F-A8E3DB387D09}">
      <dgm:prSet/>
      <dgm:spPr/>
      <dgm:t>
        <a:bodyPr/>
        <a:lstStyle/>
        <a:p>
          <a:endParaRPr lang="en-US"/>
        </a:p>
      </dgm:t>
    </dgm:pt>
    <dgm:pt modelId="{EB8A4BAF-6A81-4DB5-A829-AEF504AA688D}" type="sibTrans" cxnId="{03B42B32-5689-44C0-A10F-A8E3DB387D09}">
      <dgm:prSet/>
      <dgm:spPr/>
      <dgm:t>
        <a:bodyPr/>
        <a:lstStyle/>
        <a:p>
          <a:endParaRPr lang="en-US"/>
        </a:p>
      </dgm:t>
    </dgm:pt>
    <dgm:pt modelId="{52DBE9C6-F2F4-43AA-87AE-F53EEF7980BF}">
      <dgm:prSet/>
      <dgm:spPr/>
      <dgm:t>
        <a:bodyPr/>
        <a:lstStyle/>
        <a:p>
          <a:r>
            <a:rPr lang="en-US"/>
            <a:t>SVM with RBF kernel</a:t>
          </a:r>
        </a:p>
      </dgm:t>
    </dgm:pt>
    <dgm:pt modelId="{254BCF12-CE5A-497B-87E1-0354819A9039}" type="parTrans" cxnId="{33F60EBD-0C4D-49A3-AC05-59780C8A7B33}">
      <dgm:prSet/>
      <dgm:spPr/>
      <dgm:t>
        <a:bodyPr/>
        <a:lstStyle/>
        <a:p>
          <a:endParaRPr lang="en-US"/>
        </a:p>
      </dgm:t>
    </dgm:pt>
    <dgm:pt modelId="{307FF8E1-DF53-49EA-8C30-6D19B856B7E2}" type="sibTrans" cxnId="{33F60EBD-0C4D-49A3-AC05-59780C8A7B33}">
      <dgm:prSet/>
      <dgm:spPr/>
      <dgm:t>
        <a:bodyPr/>
        <a:lstStyle/>
        <a:p>
          <a:endParaRPr lang="en-US"/>
        </a:p>
      </dgm:t>
    </dgm:pt>
    <dgm:pt modelId="{1A0AFC4E-D177-4A34-B552-9DDB13F61CD6}">
      <dgm:prSet/>
      <dgm:spPr/>
      <dgm:t>
        <a:bodyPr/>
        <a:lstStyle/>
        <a:p>
          <a:r>
            <a:rPr lang="en-US"/>
            <a:t>SVM with Polynomial kernel</a:t>
          </a:r>
        </a:p>
      </dgm:t>
    </dgm:pt>
    <dgm:pt modelId="{5EAEBFF8-686B-4C0A-8663-B18CC5C005E8}" type="parTrans" cxnId="{6BED0FF1-2480-4CC2-9099-F7BEDF10858B}">
      <dgm:prSet/>
      <dgm:spPr/>
      <dgm:t>
        <a:bodyPr/>
        <a:lstStyle/>
        <a:p>
          <a:endParaRPr lang="en-US"/>
        </a:p>
      </dgm:t>
    </dgm:pt>
    <dgm:pt modelId="{C6A8FCA5-15A8-4B0E-8E3A-C87A39628C63}" type="sibTrans" cxnId="{6BED0FF1-2480-4CC2-9099-F7BEDF10858B}">
      <dgm:prSet/>
      <dgm:spPr/>
      <dgm:t>
        <a:bodyPr/>
        <a:lstStyle/>
        <a:p>
          <a:endParaRPr lang="en-US"/>
        </a:p>
      </dgm:t>
    </dgm:pt>
    <dgm:pt modelId="{3057E7E0-4F47-4455-99BA-A912BCFB668B}">
      <dgm:prSet/>
      <dgm:spPr/>
      <dgm:t>
        <a:bodyPr/>
        <a:lstStyle/>
        <a:p>
          <a:r>
            <a:rPr lang="en-US"/>
            <a:t>Naive Bayes</a:t>
          </a:r>
        </a:p>
      </dgm:t>
    </dgm:pt>
    <dgm:pt modelId="{9FA7A8D5-FEE7-4F10-9A55-45BA8A244FB2}" type="parTrans" cxnId="{9FB37C42-5E36-4B43-BF01-DE0B8D2F9B3B}">
      <dgm:prSet/>
      <dgm:spPr/>
      <dgm:t>
        <a:bodyPr/>
        <a:lstStyle/>
        <a:p>
          <a:endParaRPr lang="en-US"/>
        </a:p>
      </dgm:t>
    </dgm:pt>
    <dgm:pt modelId="{E7FDF186-E86E-4097-BAEE-74EEFFC759EF}" type="sibTrans" cxnId="{9FB37C42-5E36-4B43-BF01-DE0B8D2F9B3B}">
      <dgm:prSet/>
      <dgm:spPr/>
      <dgm:t>
        <a:bodyPr/>
        <a:lstStyle/>
        <a:p>
          <a:endParaRPr lang="en-US"/>
        </a:p>
      </dgm:t>
    </dgm:pt>
    <dgm:pt modelId="{C626369C-EDB3-4EC5-B51B-8590112CCAD1}">
      <dgm:prSet/>
      <dgm:spPr/>
      <dgm:t>
        <a:bodyPr/>
        <a:lstStyle/>
        <a:p>
          <a:r>
            <a:rPr lang="en-US"/>
            <a:t>Decision Tree</a:t>
          </a:r>
        </a:p>
      </dgm:t>
    </dgm:pt>
    <dgm:pt modelId="{A5EBA6A2-6541-4534-AC3D-E8BBE33EDD58}" type="parTrans" cxnId="{F7A1FABF-DD5D-49EE-B51F-89E4897B6D97}">
      <dgm:prSet/>
      <dgm:spPr/>
      <dgm:t>
        <a:bodyPr/>
        <a:lstStyle/>
        <a:p>
          <a:endParaRPr lang="en-US"/>
        </a:p>
      </dgm:t>
    </dgm:pt>
    <dgm:pt modelId="{9C3129F0-7385-4AB6-BED8-8A50AC6177F9}" type="sibTrans" cxnId="{F7A1FABF-DD5D-49EE-B51F-89E4897B6D97}">
      <dgm:prSet/>
      <dgm:spPr/>
      <dgm:t>
        <a:bodyPr/>
        <a:lstStyle/>
        <a:p>
          <a:endParaRPr lang="en-US"/>
        </a:p>
      </dgm:t>
    </dgm:pt>
    <dgm:pt modelId="{2E609F48-DE84-4D81-8422-3520437B9F47}">
      <dgm:prSet/>
      <dgm:spPr/>
      <dgm:t>
        <a:bodyPr/>
        <a:lstStyle/>
        <a:p>
          <a:r>
            <a:rPr lang="en-US" dirty="0"/>
            <a:t>To reduce computation time, I used stratified sampling for SVM training while evaluating on the full test set.</a:t>
          </a:r>
        </a:p>
      </dgm:t>
    </dgm:pt>
    <dgm:pt modelId="{4FBAAE6C-33CA-46FF-84EB-62D30A59F7A5}" type="parTrans" cxnId="{27374031-48D6-4006-8E15-0D85EE0EE73E}">
      <dgm:prSet/>
      <dgm:spPr/>
      <dgm:t>
        <a:bodyPr/>
        <a:lstStyle/>
        <a:p>
          <a:endParaRPr lang="en-US"/>
        </a:p>
      </dgm:t>
    </dgm:pt>
    <dgm:pt modelId="{6D041DC7-4B50-447A-924E-726E35E584EF}" type="sibTrans" cxnId="{27374031-48D6-4006-8E15-0D85EE0EE73E}">
      <dgm:prSet/>
      <dgm:spPr/>
      <dgm:t>
        <a:bodyPr/>
        <a:lstStyle/>
        <a:p>
          <a:endParaRPr lang="en-US"/>
        </a:p>
      </dgm:t>
    </dgm:pt>
    <dgm:pt modelId="{FEE30667-A1D6-974E-A15A-EEE2C5E48E89}" type="pres">
      <dgm:prSet presAssocID="{DDFFE48D-B27D-4EC5-BFA4-07991638DB0F}" presName="linear" presStyleCnt="0">
        <dgm:presLayoutVars>
          <dgm:animLvl val="lvl"/>
          <dgm:resizeHandles val="exact"/>
        </dgm:presLayoutVars>
      </dgm:prSet>
      <dgm:spPr/>
    </dgm:pt>
    <dgm:pt modelId="{901D19B5-FFBD-BF40-9335-0B170A35A2E1}" type="pres">
      <dgm:prSet presAssocID="{F78564D4-B92A-493D-889E-EB6A60437C3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0E6FB87-DCB9-3A48-A20C-89F565A7FA6E}" type="pres">
      <dgm:prSet presAssocID="{694158F7-50B4-4182-AB8B-1B4C59DC024D}" presName="spacer" presStyleCnt="0"/>
      <dgm:spPr/>
    </dgm:pt>
    <dgm:pt modelId="{09C108AE-4F5B-6849-BCFE-79F45914EE61}" type="pres">
      <dgm:prSet presAssocID="{CBB680DC-029D-4352-B8C7-FCAAF42D8CD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F009A258-D85B-C94A-AF93-853BBAF29C14}" type="pres">
      <dgm:prSet presAssocID="{EB8A4BAF-6A81-4DB5-A829-AEF504AA688D}" presName="spacer" presStyleCnt="0"/>
      <dgm:spPr/>
    </dgm:pt>
    <dgm:pt modelId="{842AA355-E4E0-9E41-8369-5CB68F4E9BA0}" type="pres">
      <dgm:prSet presAssocID="{52DBE9C6-F2F4-43AA-87AE-F53EEF7980B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1B7B318-B991-9143-A092-EE3D2700A3E4}" type="pres">
      <dgm:prSet presAssocID="{307FF8E1-DF53-49EA-8C30-6D19B856B7E2}" presName="spacer" presStyleCnt="0"/>
      <dgm:spPr/>
    </dgm:pt>
    <dgm:pt modelId="{1E90778E-FC3B-2C43-AC58-475F77809C13}" type="pres">
      <dgm:prSet presAssocID="{1A0AFC4E-D177-4A34-B552-9DDB13F61CD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E2C4AA8-0A3D-D94D-A21D-4652EC67CBE2}" type="pres">
      <dgm:prSet presAssocID="{C6A8FCA5-15A8-4B0E-8E3A-C87A39628C63}" presName="spacer" presStyleCnt="0"/>
      <dgm:spPr/>
    </dgm:pt>
    <dgm:pt modelId="{14EF721A-7428-B841-9E82-946F86A712A3}" type="pres">
      <dgm:prSet presAssocID="{3057E7E0-4F47-4455-99BA-A912BCFB668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DF573B4-CE1E-1349-90CB-379BA057C909}" type="pres">
      <dgm:prSet presAssocID="{E7FDF186-E86E-4097-BAEE-74EEFFC759EF}" presName="spacer" presStyleCnt="0"/>
      <dgm:spPr/>
    </dgm:pt>
    <dgm:pt modelId="{9B160CD5-1780-8A46-811C-8E45CF0628C0}" type="pres">
      <dgm:prSet presAssocID="{C626369C-EDB3-4EC5-B51B-8590112CCAD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9665EB25-4C68-254F-AF16-73638DD3461D}" type="pres">
      <dgm:prSet presAssocID="{9C3129F0-7385-4AB6-BED8-8A50AC6177F9}" presName="spacer" presStyleCnt="0"/>
      <dgm:spPr/>
    </dgm:pt>
    <dgm:pt modelId="{38FB08CF-EC42-0E47-9449-F36310DC1480}" type="pres">
      <dgm:prSet presAssocID="{2E609F48-DE84-4D81-8422-3520437B9F4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80AE7D03-82B9-CB49-BD29-6ED2B3DCAFA2}" type="presOf" srcId="{52DBE9C6-F2F4-43AA-87AE-F53EEF7980BF}" destId="{842AA355-E4E0-9E41-8369-5CB68F4E9BA0}" srcOrd="0" destOrd="0" presId="urn:microsoft.com/office/officeart/2005/8/layout/vList2"/>
    <dgm:cxn modelId="{4DB8DC1D-9A4D-804E-9410-C0BD7E70228A}" type="presOf" srcId="{F78564D4-B92A-493D-889E-EB6A60437C37}" destId="{901D19B5-FFBD-BF40-9335-0B170A35A2E1}" srcOrd="0" destOrd="0" presId="urn:microsoft.com/office/officeart/2005/8/layout/vList2"/>
    <dgm:cxn modelId="{27374031-48D6-4006-8E15-0D85EE0EE73E}" srcId="{DDFFE48D-B27D-4EC5-BFA4-07991638DB0F}" destId="{2E609F48-DE84-4D81-8422-3520437B9F47}" srcOrd="6" destOrd="0" parTransId="{4FBAAE6C-33CA-46FF-84EB-62D30A59F7A5}" sibTransId="{6D041DC7-4B50-447A-924E-726E35E584EF}"/>
    <dgm:cxn modelId="{03B42B32-5689-44C0-A10F-A8E3DB387D09}" srcId="{DDFFE48D-B27D-4EC5-BFA4-07991638DB0F}" destId="{CBB680DC-029D-4352-B8C7-FCAAF42D8CDB}" srcOrd="1" destOrd="0" parTransId="{87E60B2E-6DF3-48A6-840F-FCF2B4140A85}" sibTransId="{EB8A4BAF-6A81-4DB5-A829-AEF504AA688D}"/>
    <dgm:cxn modelId="{9FB37C42-5E36-4B43-BF01-DE0B8D2F9B3B}" srcId="{DDFFE48D-B27D-4EC5-BFA4-07991638DB0F}" destId="{3057E7E0-4F47-4455-99BA-A912BCFB668B}" srcOrd="4" destOrd="0" parTransId="{9FA7A8D5-FEE7-4F10-9A55-45BA8A244FB2}" sibTransId="{E7FDF186-E86E-4097-BAEE-74EEFFC759EF}"/>
    <dgm:cxn modelId="{DBE47152-63EF-6F43-9CDF-624C17ABE730}" type="presOf" srcId="{2E609F48-DE84-4D81-8422-3520437B9F47}" destId="{38FB08CF-EC42-0E47-9449-F36310DC1480}" srcOrd="0" destOrd="0" presId="urn:microsoft.com/office/officeart/2005/8/layout/vList2"/>
    <dgm:cxn modelId="{E9293663-B471-7C48-9D87-559902BEE568}" type="presOf" srcId="{3057E7E0-4F47-4455-99BA-A912BCFB668B}" destId="{14EF721A-7428-B841-9E82-946F86A712A3}" srcOrd="0" destOrd="0" presId="urn:microsoft.com/office/officeart/2005/8/layout/vList2"/>
    <dgm:cxn modelId="{AF9A0484-47E6-694E-A590-CE5C7A2630BF}" type="presOf" srcId="{CBB680DC-029D-4352-B8C7-FCAAF42D8CDB}" destId="{09C108AE-4F5B-6849-BCFE-79F45914EE61}" srcOrd="0" destOrd="0" presId="urn:microsoft.com/office/officeart/2005/8/layout/vList2"/>
    <dgm:cxn modelId="{34D5EE86-3B44-634B-9E82-D92D91BCB567}" type="presOf" srcId="{C626369C-EDB3-4EC5-B51B-8590112CCAD1}" destId="{9B160CD5-1780-8A46-811C-8E45CF0628C0}" srcOrd="0" destOrd="0" presId="urn:microsoft.com/office/officeart/2005/8/layout/vList2"/>
    <dgm:cxn modelId="{172521AA-AFEC-4BFD-8ADF-5F0BCBC7B22A}" srcId="{DDFFE48D-B27D-4EC5-BFA4-07991638DB0F}" destId="{F78564D4-B92A-493D-889E-EB6A60437C37}" srcOrd="0" destOrd="0" parTransId="{011F862C-A553-4B01-967D-22E509DF9B8D}" sibTransId="{694158F7-50B4-4182-AB8B-1B4C59DC024D}"/>
    <dgm:cxn modelId="{BAB446B5-036D-F14D-B758-3D279BA8019A}" type="presOf" srcId="{1A0AFC4E-D177-4A34-B552-9DDB13F61CD6}" destId="{1E90778E-FC3B-2C43-AC58-475F77809C13}" srcOrd="0" destOrd="0" presId="urn:microsoft.com/office/officeart/2005/8/layout/vList2"/>
    <dgm:cxn modelId="{0A36E7B9-7DFE-F343-8F5E-591D8279CA4C}" type="presOf" srcId="{DDFFE48D-B27D-4EC5-BFA4-07991638DB0F}" destId="{FEE30667-A1D6-974E-A15A-EEE2C5E48E89}" srcOrd="0" destOrd="0" presId="urn:microsoft.com/office/officeart/2005/8/layout/vList2"/>
    <dgm:cxn modelId="{33F60EBD-0C4D-49A3-AC05-59780C8A7B33}" srcId="{DDFFE48D-B27D-4EC5-BFA4-07991638DB0F}" destId="{52DBE9C6-F2F4-43AA-87AE-F53EEF7980BF}" srcOrd="2" destOrd="0" parTransId="{254BCF12-CE5A-497B-87E1-0354819A9039}" sibTransId="{307FF8E1-DF53-49EA-8C30-6D19B856B7E2}"/>
    <dgm:cxn modelId="{F7A1FABF-DD5D-49EE-B51F-89E4897B6D97}" srcId="{DDFFE48D-B27D-4EC5-BFA4-07991638DB0F}" destId="{C626369C-EDB3-4EC5-B51B-8590112CCAD1}" srcOrd="5" destOrd="0" parTransId="{A5EBA6A2-6541-4534-AC3D-E8BBE33EDD58}" sibTransId="{9C3129F0-7385-4AB6-BED8-8A50AC6177F9}"/>
    <dgm:cxn modelId="{6BED0FF1-2480-4CC2-9099-F7BEDF10858B}" srcId="{DDFFE48D-B27D-4EC5-BFA4-07991638DB0F}" destId="{1A0AFC4E-D177-4A34-B552-9DDB13F61CD6}" srcOrd="3" destOrd="0" parTransId="{5EAEBFF8-686B-4C0A-8663-B18CC5C005E8}" sibTransId="{C6A8FCA5-15A8-4B0E-8E3A-C87A39628C63}"/>
    <dgm:cxn modelId="{BDFA6924-FAEB-0C42-AD10-2622CA28F7DC}" type="presParOf" srcId="{FEE30667-A1D6-974E-A15A-EEE2C5E48E89}" destId="{901D19B5-FFBD-BF40-9335-0B170A35A2E1}" srcOrd="0" destOrd="0" presId="urn:microsoft.com/office/officeart/2005/8/layout/vList2"/>
    <dgm:cxn modelId="{B681E17E-1E59-0640-A36F-CC1D7D6A79F3}" type="presParOf" srcId="{FEE30667-A1D6-974E-A15A-EEE2C5E48E89}" destId="{70E6FB87-DCB9-3A48-A20C-89F565A7FA6E}" srcOrd="1" destOrd="0" presId="urn:microsoft.com/office/officeart/2005/8/layout/vList2"/>
    <dgm:cxn modelId="{BD39376D-C8CC-2D41-91C7-CECA689EE7E1}" type="presParOf" srcId="{FEE30667-A1D6-974E-A15A-EEE2C5E48E89}" destId="{09C108AE-4F5B-6849-BCFE-79F45914EE61}" srcOrd="2" destOrd="0" presId="urn:microsoft.com/office/officeart/2005/8/layout/vList2"/>
    <dgm:cxn modelId="{FCCD8A08-0556-3E40-89F9-88D12B03D7FD}" type="presParOf" srcId="{FEE30667-A1D6-974E-A15A-EEE2C5E48E89}" destId="{F009A258-D85B-C94A-AF93-853BBAF29C14}" srcOrd="3" destOrd="0" presId="urn:microsoft.com/office/officeart/2005/8/layout/vList2"/>
    <dgm:cxn modelId="{7B6E1F99-1953-1541-8E2D-8DD997F5316F}" type="presParOf" srcId="{FEE30667-A1D6-974E-A15A-EEE2C5E48E89}" destId="{842AA355-E4E0-9E41-8369-5CB68F4E9BA0}" srcOrd="4" destOrd="0" presId="urn:microsoft.com/office/officeart/2005/8/layout/vList2"/>
    <dgm:cxn modelId="{C1870B1B-91F0-D740-81C7-605F7EBE2808}" type="presParOf" srcId="{FEE30667-A1D6-974E-A15A-EEE2C5E48E89}" destId="{71B7B318-B991-9143-A092-EE3D2700A3E4}" srcOrd="5" destOrd="0" presId="urn:microsoft.com/office/officeart/2005/8/layout/vList2"/>
    <dgm:cxn modelId="{2B21BB61-7D29-E84D-BD8F-D822345E8F49}" type="presParOf" srcId="{FEE30667-A1D6-974E-A15A-EEE2C5E48E89}" destId="{1E90778E-FC3B-2C43-AC58-475F77809C13}" srcOrd="6" destOrd="0" presId="urn:microsoft.com/office/officeart/2005/8/layout/vList2"/>
    <dgm:cxn modelId="{EA9BD191-9ED2-DB43-934E-877BC05BE14C}" type="presParOf" srcId="{FEE30667-A1D6-974E-A15A-EEE2C5E48E89}" destId="{EE2C4AA8-0A3D-D94D-A21D-4652EC67CBE2}" srcOrd="7" destOrd="0" presId="urn:microsoft.com/office/officeart/2005/8/layout/vList2"/>
    <dgm:cxn modelId="{0B040DC9-681D-EC4F-BF2B-D9351FEE53F3}" type="presParOf" srcId="{FEE30667-A1D6-974E-A15A-EEE2C5E48E89}" destId="{14EF721A-7428-B841-9E82-946F86A712A3}" srcOrd="8" destOrd="0" presId="urn:microsoft.com/office/officeart/2005/8/layout/vList2"/>
    <dgm:cxn modelId="{D462D185-A2C9-0842-9E3E-BDF337A5D32A}" type="presParOf" srcId="{FEE30667-A1D6-974E-A15A-EEE2C5E48E89}" destId="{BDF573B4-CE1E-1349-90CB-379BA057C909}" srcOrd="9" destOrd="0" presId="urn:microsoft.com/office/officeart/2005/8/layout/vList2"/>
    <dgm:cxn modelId="{336FADF1-4118-D94B-BFFC-BF63DE2B9B64}" type="presParOf" srcId="{FEE30667-A1D6-974E-A15A-EEE2C5E48E89}" destId="{9B160CD5-1780-8A46-811C-8E45CF0628C0}" srcOrd="10" destOrd="0" presId="urn:microsoft.com/office/officeart/2005/8/layout/vList2"/>
    <dgm:cxn modelId="{965291C8-4536-EF4D-A228-95998F4EF879}" type="presParOf" srcId="{FEE30667-A1D6-974E-A15A-EEE2C5E48E89}" destId="{9665EB25-4C68-254F-AF16-73638DD3461D}" srcOrd="11" destOrd="0" presId="urn:microsoft.com/office/officeart/2005/8/layout/vList2"/>
    <dgm:cxn modelId="{1073599E-6F39-1643-8CBE-33674D02119C}" type="presParOf" srcId="{FEE30667-A1D6-974E-A15A-EEE2C5E48E89}" destId="{38FB08CF-EC42-0E47-9449-F36310DC148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E4614D-9EC8-4D1B-A8DE-21D88129CFE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5C531F3B-5E80-4DCD-80E6-D4BA9BA4E61A}">
      <dgm:prSet/>
      <dgm:spPr/>
      <dgm:t>
        <a:bodyPr/>
        <a:lstStyle/>
        <a:p>
          <a:r>
            <a:rPr lang="en-US"/>
            <a:t>Here are the key findings:</a:t>
          </a:r>
        </a:p>
      </dgm:t>
    </dgm:pt>
    <dgm:pt modelId="{B960E744-EA43-48C6-986D-A03B595575A8}" type="parTrans" cxnId="{2EA8698D-53C8-4CA8-B748-99294203596A}">
      <dgm:prSet/>
      <dgm:spPr/>
      <dgm:t>
        <a:bodyPr/>
        <a:lstStyle/>
        <a:p>
          <a:endParaRPr lang="en-US"/>
        </a:p>
      </dgm:t>
    </dgm:pt>
    <dgm:pt modelId="{A210DAA2-59BD-47F1-BD52-4BBAB782BCC3}" type="sibTrans" cxnId="{2EA8698D-53C8-4CA8-B748-99294203596A}">
      <dgm:prSet/>
      <dgm:spPr/>
      <dgm:t>
        <a:bodyPr/>
        <a:lstStyle/>
        <a:p>
          <a:endParaRPr lang="en-US"/>
        </a:p>
      </dgm:t>
    </dgm:pt>
    <dgm:pt modelId="{C3A8BBA2-AF60-40FF-8991-FB8D906A3BA8}">
      <dgm:prSet/>
      <dgm:spPr/>
      <dgm:t>
        <a:bodyPr/>
        <a:lstStyle/>
        <a:p>
          <a:r>
            <a:rPr lang="en-US"/>
            <a:t>Logistic, KNN, and Decision Tree had balanced accuracy of 0.50, meaning random-level performance.</a:t>
          </a:r>
        </a:p>
      </dgm:t>
    </dgm:pt>
    <dgm:pt modelId="{7548EFE6-4C7A-48C2-AD48-098AD71111CE}" type="parTrans" cxnId="{1B2FAA12-0FF5-4E34-9298-5A3F7AC39AA0}">
      <dgm:prSet/>
      <dgm:spPr/>
      <dgm:t>
        <a:bodyPr/>
        <a:lstStyle/>
        <a:p>
          <a:endParaRPr lang="en-US"/>
        </a:p>
      </dgm:t>
    </dgm:pt>
    <dgm:pt modelId="{F04E5A2C-55A9-4DD1-AA29-E7B85C632A6D}" type="sibTrans" cxnId="{1B2FAA12-0FF5-4E34-9298-5A3F7AC39AA0}">
      <dgm:prSet/>
      <dgm:spPr/>
      <dgm:t>
        <a:bodyPr/>
        <a:lstStyle/>
        <a:p>
          <a:endParaRPr lang="en-US"/>
        </a:p>
      </dgm:t>
    </dgm:pt>
    <dgm:pt modelId="{C819705B-AC8D-43EF-A529-CBDDBF2CCABD}">
      <dgm:prSet/>
      <dgm:spPr/>
      <dgm:t>
        <a:bodyPr/>
        <a:lstStyle/>
        <a:p>
          <a:r>
            <a:rPr lang="en-US"/>
            <a:t>LDA had the highest AUC at 0.596 but very low recall at threshold 0.5.</a:t>
          </a:r>
        </a:p>
      </dgm:t>
    </dgm:pt>
    <dgm:pt modelId="{00EBB29D-0DF3-456D-AEC2-3C92BD8B01BF}" type="parTrans" cxnId="{018DF949-A86E-461E-B5D5-17DC48159D36}">
      <dgm:prSet/>
      <dgm:spPr/>
      <dgm:t>
        <a:bodyPr/>
        <a:lstStyle/>
        <a:p>
          <a:endParaRPr lang="en-US"/>
        </a:p>
      </dgm:t>
    </dgm:pt>
    <dgm:pt modelId="{85FF1827-037B-40BA-A384-50B47FEA2EE9}" type="sibTrans" cxnId="{018DF949-A86E-461E-B5D5-17DC48159D36}">
      <dgm:prSet/>
      <dgm:spPr/>
      <dgm:t>
        <a:bodyPr/>
        <a:lstStyle/>
        <a:p>
          <a:endParaRPr lang="en-US"/>
        </a:p>
      </dgm:t>
    </dgm:pt>
    <dgm:pt modelId="{5C3F1786-F222-4CAD-8141-5F0258AAFA28}">
      <dgm:prSet/>
      <dgm:spPr/>
      <dgm:t>
        <a:bodyPr/>
        <a:lstStyle/>
        <a:p>
          <a:r>
            <a:rPr lang="en-US"/>
            <a:t>The Linear SVC achieved the highest balanced accuracy at 0.564.</a:t>
          </a:r>
        </a:p>
      </dgm:t>
    </dgm:pt>
    <dgm:pt modelId="{07F80DE2-FEA2-4592-B760-125C19794360}" type="parTrans" cxnId="{51EF0D3F-D1B9-4778-881D-37CD595D147D}">
      <dgm:prSet/>
      <dgm:spPr/>
      <dgm:t>
        <a:bodyPr/>
        <a:lstStyle/>
        <a:p>
          <a:endParaRPr lang="en-US"/>
        </a:p>
      </dgm:t>
    </dgm:pt>
    <dgm:pt modelId="{FFFFB9CF-0978-4140-9EEF-1FECBAA75AAC}" type="sibTrans" cxnId="{51EF0D3F-D1B9-4778-881D-37CD595D147D}">
      <dgm:prSet/>
      <dgm:spPr/>
      <dgm:t>
        <a:bodyPr/>
        <a:lstStyle/>
        <a:p>
          <a:endParaRPr lang="en-US"/>
        </a:p>
      </dgm:t>
    </dgm:pt>
    <dgm:pt modelId="{86912BE6-B89B-4A96-956D-D77A2FD54697}">
      <dgm:prSet/>
      <dgm:spPr/>
      <dgm:t>
        <a:bodyPr/>
        <a:lstStyle/>
        <a:p>
          <a:r>
            <a:rPr lang="en-US"/>
            <a:t>The RBF SVM performed slightly worse at 0.551.</a:t>
          </a:r>
        </a:p>
      </dgm:t>
    </dgm:pt>
    <dgm:pt modelId="{963CC623-BC13-47D0-8603-AEE625DD3A64}" type="parTrans" cxnId="{549A9BDE-6F8A-46B2-A402-3BC516D5A786}">
      <dgm:prSet/>
      <dgm:spPr/>
      <dgm:t>
        <a:bodyPr/>
        <a:lstStyle/>
        <a:p>
          <a:endParaRPr lang="en-US"/>
        </a:p>
      </dgm:t>
    </dgm:pt>
    <dgm:pt modelId="{DE5B8C6D-31E5-4B8D-B159-16ADA324755F}" type="sibTrans" cxnId="{549A9BDE-6F8A-46B2-A402-3BC516D5A786}">
      <dgm:prSet/>
      <dgm:spPr/>
      <dgm:t>
        <a:bodyPr/>
        <a:lstStyle/>
        <a:p>
          <a:endParaRPr lang="en-US"/>
        </a:p>
      </dgm:t>
    </dgm:pt>
    <dgm:pt modelId="{BCEA5F14-1536-4069-A9A4-683658162EEF}">
      <dgm:prSet/>
      <dgm:spPr/>
      <dgm:t>
        <a:bodyPr/>
        <a:lstStyle/>
        <a:p>
          <a:r>
            <a:rPr lang="en-US"/>
            <a:t>The Polynomial SVM performed the weakest among SVM variants.</a:t>
          </a:r>
        </a:p>
      </dgm:t>
    </dgm:pt>
    <dgm:pt modelId="{6682E6F9-A3AE-4EDD-BF24-66EF1E8A81B0}" type="parTrans" cxnId="{8337DB02-B417-4666-BD8A-FC178A8962B7}">
      <dgm:prSet/>
      <dgm:spPr/>
      <dgm:t>
        <a:bodyPr/>
        <a:lstStyle/>
        <a:p>
          <a:endParaRPr lang="en-US"/>
        </a:p>
      </dgm:t>
    </dgm:pt>
    <dgm:pt modelId="{27E4720A-E5CB-40D9-BCDA-8AE5B1F3314D}" type="sibTrans" cxnId="{8337DB02-B417-4666-BD8A-FC178A8962B7}">
      <dgm:prSet/>
      <dgm:spPr/>
      <dgm:t>
        <a:bodyPr/>
        <a:lstStyle/>
        <a:p>
          <a:endParaRPr lang="en-US"/>
        </a:p>
      </dgm:t>
    </dgm:pt>
    <dgm:pt modelId="{D84665D5-EF05-46A6-9815-362C33D1A7E4}" type="pres">
      <dgm:prSet presAssocID="{69E4614D-9EC8-4D1B-A8DE-21D88129CFE8}" presName="root" presStyleCnt="0">
        <dgm:presLayoutVars>
          <dgm:dir/>
          <dgm:resizeHandles val="exact"/>
        </dgm:presLayoutVars>
      </dgm:prSet>
      <dgm:spPr/>
    </dgm:pt>
    <dgm:pt modelId="{BE175D43-E7E9-4C5D-98CE-68AEAAE8C3D8}" type="pres">
      <dgm:prSet presAssocID="{5C531F3B-5E80-4DCD-80E6-D4BA9BA4E61A}" presName="compNode" presStyleCnt="0"/>
      <dgm:spPr/>
    </dgm:pt>
    <dgm:pt modelId="{D29E3579-4DF5-4D5E-8556-E5F567B502A1}" type="pres">
      <dgm:prSet presAssocID="{5C531F3B-5E80-4DCD-80E6-D4BA9BA4E61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8D01C6C-E614-41F9-AF2F-18ADE88556B2}" type="pres">
      <dgm:prSet presAssocID="{5C531F3B-5E80-4DCD-80E6-D4BA9BA4E61A}" presName="spaceRect" presStyleCnt="0"/>
      <dgm:spPr/>
    </dgm:pt>
    <dgm:pt modelId="{0BE1CC84-F72F-432B-AE30-1327C3BDA358}" type="pres">
      <dgm:prSet presAssocID="{5C531F3B-5E80-4DCD-80E6-D4BA9BA4E61A}" presName="textRect" presStyleLbl="revTx" presStyleIdx="0" presStyleCnt="6">
        <dgm:presLayoutVars>
          <dgm:chMax val="1"/>
          <dgm:chPref val="1"/>
        </dgm:presLayoutVars>
      </dgm:prSet>
      <dgm:spPr/>
    </dgm:pt>
    <dgm:pt modelId="{6D84E70A-AA19-496F-9ECA-35F2473D8713}" type="pres">
      <dgm:prSet presAssocID="{A210DAA2-59BD-47F1-BD52-4BBAB782BCC3}" presName="sibTrans" presStyleCnt="0"/>
      <dgm:spPr/>
    </dgm:pt>
    <dgm:pt modelId="{12E2B823-D9D6-4FFE-A7BB-F421C4E4339C}" type="pres">
      <dgm:prSet presAssocID="{C3A8BBA2-AF60-40FF-8991-FB8D906A3BA8}" presName="compNode" presStyleCnt="0"/>
      <dgm:spPr/>
    </dgm:pt>
    <dgm:pt modelId="{3FBD7784-4A3D-4A4B-BC71-767FEF186369}" type="pres">
      <dgm:prSet presAssocID="{C3A8BBA2-AF60-40FF-8991-FB8D906A3BA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B12DD2B5-F089-40D3-93E2-A96F2EC9F575}" type="pres">
      <dgm:prSet presAssocID="{C3A8BBA2-AF60-40FF-8991-FB8D906A3BA8}" presName="spaceRect" presStyleCnt="0"/>
      <dgm:spPr/>
    </dgm:pt>
    <dgm:pt modelId="{6BC9FCEF-2602-4EFC-A3ED-AAA2C19C138B}" type="pres">
      <dgm:prSet presAssocID="{C3A8BBA2-AF60-40FF-8991-FB8D906A3BA8}" presName="textRect" presStyleLbl="revTx" presStyleIdx="1" presStyleCnt="6">
        <dgm:presLayoutVars>
          <dgm:chMax val="1"/>
          <dgm:chPref val="1"/>
        </dgm:presLayoutVars>
      </dgm:prSet>
      <dgm:spPr/>
    </dgm:pt>
    <dgm:pt modelId="{0EDB246F-DAC7-4091-8B0D-1B0FF2C214EE}" type="pres">
      <dgm:prSet presAssocID="{F04E5A2C-55A9-4DD1-AA29-E7B85C632A6D}" presName="sibTrans" presStyleCnt="0"/>
      <dgm:spPr/>
    </dgm:pt>
    <dgm:pt modelId="{AA2C0109-8DB9-45E3-AFCA-EF6919891599}" type="pres">
      <dgm:prSet presAssocID="{C819705B-AC8D-43EF-A529-CBDDBF2CCABD}" presName="compNode" presStyleCnt="0"/>
      <dgm:spPr/>
    </dgm:pt>
    <dgm:pt modelId="{6D77CF3F-0004-434E-9182-8260179FE1CC}" type="pres">
      <dgm:prSet presAssocID="{C819705B-AC8D-43EF-A529-CBDDBF2CCAB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380BE45-29B0-45CE-A9F1-D83FAAC35F1F}" type="pres">
      <dgm:prSet presAssocID="{C819705B-AC8D-43EF-A529-CBDDBF2CCABD}" presName="spaceRect" presStyleCnt="0"/>
      <dgm:spPr/>
    </dgm:pt>
    <dgm:pt modelId="{64906DCB-4DFB-4F1D-B2F5-FEC89A96DE83}" type="pres">
      <dgm:prSet presAssocID="{C819705B-AC8D-43EF-A529-CBDDBF2CCABD}" presName="textRect" presStyleLbl="revTx" presStyleIdx="2" presStyleCnt="6">
        <dgm:presLayoutVars>
          <dgm:chMax val="1"/>
          <dgm:chPref val="1"/>
        </dgm:presLayoutVars>
      </dgm:prSet>
      <dgm:spPr/>
    </dgm:pt>
    <dgm:pt modelId="{4034A9CD-ED04-4312-AE8C-6F58B0C6DDC3}" type="pres">
      <dgm:prSet presAssocID="{85FF1827-037B-40BA-A384-50B47FEA2EE9}" presName="sibTrans" presStyleCnt="0"/>
      <dgm:spPr/>
    </dgm:pt>
    <dgm:pt modelId="{5584AEE3-4FDD-4D26-A26B-8C6E43B2403E}" type="pres">
      <dgm:prSet presAssocID="{5C3F1786-F222-4CAD-8141-5F0258AAFA28}" presName="compNode" presStyleCnt="0"/>
      <dgm:spPr/>
    </dgm:pt>
    <dgm:pt modelId="{9395AC31-EF5A-4BBC-A3BB-EE7006436F7D}" type="pres">
      <dgm:prSet presAssocID="{5C3F1786-F222-4CAD-8141-5F0258AAFA2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8B5D27E8-5EEB-49DD-ACBA-58A002EA1E45}" type="pres">
      <dgm:prSet presAssocID="{5C3F1786-F222-4CAD-8141-5F0258AAFA28}" presName="spaceRect" presStyleCnt="0"/>
      <dgm:spPr/>
    </dgm:pt>
    <dgm:pt modelId="{F4D473E3-3853-4113-B981-88D5E9AEAC99}" type="pres">
      <dgm:prSet presAssocID="{5C3F1786-F222-4CAD-8141-5F0258AAFA28}" presName="textRect" presStyleLbl="revTx" presStyleIdx="3" presStyleCnt="6">
        <dgm:presLayoutVars>
          <dgm:chMax val="1"/>
          <dgm:chPref val="1"/>
        </dgm:presLayoutVars>
      </dgm:prSet>
      <dgm:spPr/>
    </dgm:pt>
    <dgm:pt modelId="{A310AE62-4010-4D2A-A546-22B3D7123D80}" type="pres">
      <dgm:prSet presAssocID="{FFFFB9CF-0978-4140-9EEF-1FECBAA75AAC}" presName="sibTrans" presStyleCnt="0"/>
      <dgm:spPr/>
    </dgm:pt>
    <dgm:pt modelId="{758014EC-55AB-4FB4-B6FF-5902A2FE41B8}" type="pres">
      <dgm:prSet presAssocID="{86912BE6-B89B-4A96-956D-D77A2FD54697}" presName="compNode" presStyleCnt="0"/>
      <dgm:spPr/>
    </dgm:pt>
    <dgm:pt modelId="{88D9CCD6-AE56-4ED2-B94D-F96F9A5EE5DE}" type="pres">
      <dgm:prSet presAssocID="{86912BE6-B89B-4A96-956D-D77A2FD5469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54939DF4-44E6-472B-83C7-B41DD5C3B97B}" type="pres">
      <dgm:prSet presAssocID="{86912BE6-B89B-4A96-956D-D77A2FD54697}" presName="spaceRect" presStyleCnt="0"/>
      <dgm:spPr/>
    </dgm:pt>
    <dgm:pt modelId="{80B4F95B-48CC-49AA-A4B8-96D0A62D2F8B}" type="pres">
      <dgm:prSet presAssocID="{86912BE6-B89B-4A96-956D-D77A2FD54697}" presName="textRect" presStyleLbl="revTx" presStyleIdx="4" presStyleCnt="6">
        <dgm:presLayoutVars>
          <dgm:chMax val="1"/>
          <dgm:chPref val="1"/>
        </dgm:presLayoutVars>
      </dgm:prSet>
      <dgm:spPr/>
    </dgm:pt>
    <dgm:pt modelId="{8ADE7829-AE2E-4F5C-9BA2-E2C31E499B0F}" type="pres">
      <dgm:prSet presAssocID="{DE5B8C6D-31E5-4B8D-B159-16ADA324755F}" presName="sibTrans" presStyleCnt="0"/>
      <dgm:spPr/>
    </dgm:pt>
    <dgm:pt modelId="{1CD1D6CB-8755-4C01-AA92-20066449BB1B}" type="pres">
      <dgm:prSet presAssocID="{BCEA5F14-1536-4069-A9A4-683658162EEF}" presName="compNode" presStyleCnt="0"/>
      <dgm:spPr/>
    </dgm:pt>
    <dgm:pt modelId="{4696E696-665A-4FEB-8148-43AF40D51E88}" type="pres">
      <dgm:prSet presAssocID="{BCEA5F14-1536-4069-A9A4-683658162EE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5531429-010B-461C-BEA9-F99ADC8DFF74}" type="pres">
      <dgm:prSet presAssocID="{BCEA5F14-1536-4069-A9A4-683658162EEF}" presName="spaceRect" presStyleCnt="0"/>
      <dgm:spPr/>
    </dgm:pt>
    <dgm:pt modelId="{4D577130-56AF-4636-973F-0FFE4F839154}" type="pres">
      <dgm:prSet presAssocID="{BCEA5F14-1536-4069-A9A4-683658162EE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337DB02-B417-4666-BD8A-FC178A8962B7}" srcId="{69E4614D-9EC8-4D1B-A8DE-21D88129CFE8}" destId="{BCEA5F14-1536-4069-A9A4-683658162EEF}" srcOrd="5" destOrd="0" parTransId="{6682E6F9-A3AE-4EDD-BF24-66EF1E8A81B0}" sibTransId="{27E4720A-E5CB-40D9-BCDA-8AE5B1F3314D}"/>
    <dgm:cxn modelId="{58361E12-70AF-48ED-826C-90CC3A6A72AF}" type="presOf" srcId="{69E4614D-9EC8-4D1B-A8DE-21D88129CFE8}" destId="{D84665D5-EF05-46A6-9815-362C33D1A7E4}" srcOrd="0" destOrd="0" presId="urn:microsoft.com/office/officeart/2018/2/layout/IconLabelList"/>
    <dgm:cxn modelId="{1B2FAA12-0FF5-4E34-9298-5A3F7AC39AA0}" srcId="{69E4614D-9EC8-4D1B-A8DE-21D88129CFE8}" destId="{C3A8BBA2-AF60-40FF-8991-FB8D906A3BA8}" srcOrd="1" destOrd="0" parTransId="{7548EFE6-4C7A-48C2-AD48-098AD71111CE}" sibTransId="{F04E5A2C-55A9-4DD1-AA29-E7B85C632A6D}"/>
    <dgm:cxn modelId="{27DB6518-FC59-4007-88B7-06A580A822C7}" type="presOf" srcId="{BCEA5F14-1536-4069-A9A4-683658162EEF}" destId="{4D577130-56AF-4636-973F-0FFE4F839154}" srcOrd="0" destOrd="0" presId="urn:microsoft.com/office/officeart/2018/2/layout/IconLabelList"/>
    <dgm:cxn modelId="{51EF0D3F-D1B9-4778-881D-37CD595D147D}" srcId="{69E4614D-9EC8-4D1B-A8DE-21D88129CFE8}" destId="{5C3F1786-F222-4CAD-8141-5F0258AAFA28}" srcOrd="3" destOrd="0" parTransId="{07F80DE2-FEA2-4592-B760-125C19794360}" sibTransId="{FFFFB9CF-0978-4140-9EEF-1FECBAA75AAC}"/>
    <dgm:cxn modelId="{018DF949-A86E-461E-B5D5-17DC48159D36}" srcId="{69E4614D-9EC8-4D1B-A8DE-21D88129CFE8}" destId="{C819705B-AC8D-43EF-A529-CBDDBF2CCABD}" srcOrd="2" destOrd="0" parTransId="{00EBB29D-0DF3-456D-AEC2-3C92BD8B01BF}" sibTransId="{85FF1827-037B-40BA-A384-50B47FEA2EE9}"/>
    <dgm:cxn modelId="{EF5CB981-608E-4C6F-8A21-51D0F4ED3C70}" type="presOf" srcId="{5C3F1786-F222-4CAD-8141-5F0258AAFA28}" destId="{F4D473E3-3853-4113-B981-88D5E9AEAC99}" srcOrd="0" destOrd="0" presId="urn:microsoft.com/office/officeart/2018/2/layout/IconLabelList"/>
    <dgm:cxn modelId="{2EA8698D-53C8-4CA8-B748-99294203596A}" srcId="{69E4614D-9EC8-4D1B-A8DE-21D88129CFE8}" destId="{5C531F3B-5E80-4DCD-80E6-D4BA9BA4E61A}" srcOrd="0" destOrd="0" parTransId="{B960E744-EA43-48C6-986D-A03B595575A8}" sibTransId="{A210DAA2-59BD-47F1-BD52-4BBAB782BCC3}"/>
    <dgm:cxn modelId="{E8EC0C9C-108A-465A-A566-41339667E0B2}" type="presOf" srcId="{86912BE6-B89B-4A96-956D-D77A2FD54697}" destId="{80B4F95B-48CC-49AA-A4B8-96D0A62D2F8B}" srcOrd="0" destOrd="0" presId="urn:microsoft.com/office/officeart/2018/2/layout/IconLabelList"/>
    <dgm:cxn modelId="{54A10BA3-3D4E-4ACA-90F4-5ADD181D0377}" type="presOf" srcId="{C3A8BBA2-AF60-40FF-8991-FB8D906A3BA8}" destId="{6BC9FCEF-2602-4EFC-A3ED-AAA2C19C138B}" srcOrd="0" destOrd="0" presId="urn:microsoft.com/office/officeart/2018/2/layout/IconLabelList"/>
    <dgm:cxn modelId="{9DB323B6-6BA0-41D1-A4BC-1DB1CA60F9E0}" type="presOf" srcId="{5C531F3B-5E80-4DCD-80E6-D4BA9BA4E61A}" destId="{0BE1CC84-F72F-432B-AE30-1327C3BDA358}" srcOrd="0" destOrd="0" presId="urn:microsoft.com/office/officeart/2018/2/layout/IconLabelList"/>
    <dgm:cxn modelId="{549A9BDE-6F8A-46B2-A402-3BC516D5A786}" srcId="{69E4614D-9EC8-4D1B-A8DE-21D88129CFE8}" destId="{86912BE6-B89B-4A96-956D-D77A2FD54697}" srcOrd="4" destOrd="0" parTransId="{963CC623-BC13-47D0-8603-AEE625DD3A64}" sibTransId="{DE5B8C6D-31E5-4B8D-B159-16ADA324755F}"/>
    <dgm:cxn modelId="{E4DE21ED-DD05-4160-88CB-C4AA470A769F}" type="presOf" srcId="{C819705B-AC8D-43EF-A529-CBDDBF2CCABD}" destId="{64906DCB-4DFB-4F1D-B2F5-FEC89A96DE83}" srcOrd="0" destOrd="0" presId="urn:microsoft.com/office/officeart/2018/2/layout/IconLabelList"/>
    <dgm:cxn modelId="{10C19523-8D89-4300-BBC1-6EE85CAF2BE2}" type="presParOf" srcId="{D84665D5-EF05-46A6-9815-362C33D1A7E4}" destId="{BE175D43-E7E9-4C5D-98CE-68AEAAE8C3D8}" srcOrd="0" destOrd="0" presId="urn:microsoft.com/office/officeart/2018/2/layout/IconLabelList"/>
    <dgm:cxn modelId="{65F64F14-9053-4B5D-8809-42B76EB253D4}" type="presParOf" srcId="{BE175D43-E7E9-4C5D-98CE-68AEAAE8C3D8}" destId="{D29E3579-4DF5-4D5E-8556-E5F567B502A1}" srcOrd="0" destOrd="0" presId="urn:microsoft.com/office/officeart/2018/2/layout/IconLabelList"/>
    <dgm:cxn modelId="{4DCDE52A-0465-499C-83F2-AA26DB835FA7}" type="presParOf" srcId="{BE175D43-E7E9-4C5D-98CE-68AEAAE8C3D8}" destId="{B8D01C6C-E614-41F9-AF2F-18ADE88556B2}" srcOrd="1" destOrd="0" presId="urn:microsoft.com/office/officeart/2018/2/layout/IconLabelList"/>
    <dgm:cxn modelId="{D3AF7C05-199B-43F3-983B-5F81BCD257D2}" type="presParOf" srcId="{BE175D43-E7E9-4C5D-98CE-68AEAAE8C3D8}" destId="{0BE1CC84-F72F-432B-AE30-1327C3BDA358}" srcOrd="2" destOrd="0" presId="urn:microsoft.com/office/officeart/2018/2/layout/IconLabelList"/>
    <dgm:cxn modelId="{E1CB4FED-E3F4-4C71-974F-F7F92A839A3A}" type="presParOf" srcId="{D84665D5-EF05-46A6-9815-362C33D1A7E4}" destId="{6D84E70A-AA19-496F-9ECA-35F2473D8713}" srcOrd="1" destOrd="0" presId="urn:microsoft.com/office/officeart/2018/2/layout/IconLabelList"/>
    <dgm:cxn modelId="{F4488770-BD53-47CF-8A06-B03ADB4545AB}" type="presParOf" srcId="{D84665D5-EF05-46A6-9815-362C33D1A7E4}" destId="{12E2B823-D9D6-4FFE-A7BB-F421C4E4339C}" srcOrd="2" destOrd="0" presId="urn:microsoft.com/office/officeart/2018/2/layout/IconLabelList"/>
    <dgm:cxn modelId="{AEE09DB0-C479-494E-9B98-A067AD2A4B5B}" type="presParOf" srcId="{12E2B823-D9D6-4FFE-A7BB-F421C4E4339C}" destId="{3FBD7784-4A3D-4A4B-BC71-767FEF186369}" srcOrd="0" destOrd="0" presId="urn:microsoft.com/office/officeart/2018/2/layout/IconLabelList"/>
    <dgm:cxn modelId="{405F170F-1F6C-427E-9AC8-9E502D6CDD7A}" type="presParOf" srcId="{12E2B823-D9D6-4FFE-A7BB-F421C4E4339C}" destId="{B12DD2B5-F089-40D3-93E2-A96F2EC9F575}" srcOrd="1" destOrd="0" presId="urn:microsoft.com/office/officeart/2018/2/layout/IconLabelList"/>
    <dgm:cxn modelId="{B692610C-9685-42F7-B06A-06965374DD12}" type="presParOf" srcId="{12E2B823-D9D6-4FFE-A7BB-F421C4E4339C}" destId="{6BC9FCEF-2602-4EFC-A3ED-AAA2C19C138B}" srcOrd="2" destOrd="0" presId="urn:microsoft.com/office/officeart/2018/2/layout/IconLabelList"/>
    <dgm:cxn modelId="{FEB93DCC-2034-4E83-9698-61E84EC3502F}" type="presParOf" srcId="{D84665D5-EF05-46A6-9815-362C33D1A7E4}" destId="{0EDB246F-DAC7-4091-8B0D-1B0FF2C214EE}" srcOrd="3" destOrd="0" presId="urn:microsoft.com/office/officeart/2018/2/layout/IconLabelList"/>
    <dgm:cxn modelId="{475EADEF-D854-4D5F-864F-1BBF60D97971}" type="presParOf" srcId="{D84665D5-EF05-46A6-9815-362C33D1A7E4}" destId="{AA2C0109-8DB9-45E3-AFCA-EF6919891599}" srcOrd="4" destOrd="0" presId="urn:microsoft.com/office/officeart/2018/2/layout/IconLabelList"/>
    <dgm:cxn modelId="{BC8AC21B-5B2C-4E96-97A7-35E2FBB185F5}" type="presParOf" srcId="{AA2C0109-8DB9-45E3-AFCA-EF6919891599}" destId="{6D77CF3F-0004-434E-9182-8260179FE1CC}" srcOrd="0" destOrd="0" presId="urn:microsoft.com/office/officeart/2018/2/layout/IconLabelList"/>
    <dgm:cxn modelId="{1D74B7E3-7662-4D1A-9FF8-343A2AD6A38C}" type="presParOf" srcId="{AA2C0109-8DB9-45E3-AFCA-EF6919891599}" destId="{B380BE45-29B0-45CE-A9F1-D83FAAC35F1F}" srcOrd="1" destOrd="0" presId="urn:microsoft.com/office/officeart/2018/2/layout/IconLabelList"/>
    <dgm:cxn modelId="{A559A431-D30A-4990-A7BA-88355C79B3CC}" type="presParOf" srcId="{AA2C0109-8DB9-45E3-AFCA-EF6919891599}" destId="{64906DCB-4DFB-4F1D-B2F5-FEC89A96DE83}" srcOrd="2" destOrd="0" presId="urn:microsoft.com/office/officeart/2018/2/layout/IconLabelList"/>
    <dgm:cxn modelId="{0A93BDEF-275B-41BC-82AC-AB9A7B5ECA79}" type="presParOf" srcId="{D84665D5-EF05-46A6-9815-362C33D1A7E4}" destId="{4034A9CD-ED04-4312-AE8C-6F58B0C6DDC3}" srcOrd="5" destOrd="0" presId="urn:microsoft.com/office/officeart/2018/2/layout/IconLabelList"/>
    <dgm:cxn modelId="{0C3E0F51-E49A-4D48-968D-CB4F037E1824}" type="presParOf" srcId="{D84665D5-EF05-46A6-9815-362C33D1A7E4}" destId="{5584AEE3-4FDD-4D26-A26B-8C6E43B2403E}" srcOrd="6" destOrd="0" presId="urn:microsoft.com/office/officeart/2018/2/layout/IconLabelList"/>
    <dgm:cxn modelId="{D60BE433-6B72-4D37-8D18-2C334AFBBD48}" type="presParOf" srcId="{5584AEE3-4FDD-4D26-A26B-8C6E43B2403E}" destId="{9395AC31-EF5A-4BBC-A3BB-EE7006436F7D}" srcOrd="0" destOrd="0" presId="urn:microsoft.com/office/officeart/2018/2/layout/IconLabelList"/>
    <dgm:cxn modelId="{B82E2E8E-7CC6-4C44-8F71-6AEE20B88A5B}" type="presParOf" srcId="{5584AEE3-4FDD-4D26-A26B-8C6E43B2403E}" destId="{8B5D27E8-5EEB-49DD-ACBA-58A002EA1E45}" srcOrd="1" destOrd="0" presId="urn:microsoft.com/office/officeart/2018/2/layout/IconLabelList"/>
    <dgm:cxn modelId="{66BC85E2-343A-469B-B6A1-10CAC9D040B6}" type="presParOf" srcId="{5584AEE3-4FDD-4D26-A26B-8C6E43B2403E}" destId="{F4D473E3-3853-4113-B981-88D5E9AEAC99}" srcOrd="2" destOrd="0" presId="urn:microsoft.com/office/officeart/2018/2/layout/IconLabelList"/>
    <dgm:cxn modelId="{D3BB9E3E-D9CB-4B4E-B7CC-4CB2C8E3A6A1}" type="presParOf" srcId="{D84665D5-EF05-46A6-9815-362C33D1A7E4}" destId="{A310AE62-4010-4D2A-A546-22B3D7123D80}" srcOrd="7" destOrd="0" presId="urn:microsoft.com/office/officeart/2018/2/layout/IconLabelList"/>
    <dgm:cxn modelId="{AD85514F-5CAA-41BA-8FB9-2B7E8F197D19}" type="presParOf" srcId="{D84665D5-EF05-46A6-9815-362C33D1A7E4}" destId="{758014EC-55AB-4FB4-B6FF-5902A2FE41B8}" srcOrd="8" destOrd="0" presId="urn:microsoft.com/office/officeart/2018/2/layout/IconLabelList"/>
    <dgm:cxn modelId="{7137D8A0-F679-4E71-8A46-D0BA6EF2743A}" type="presParOf" srcId="{758014EC-55AB-4FB4-B6FF-5902A2FE41B8}" destId="{88D9CCD6-AE56-4ED2-B94D-F96F9A5EE5DE}" srcOrd="0" destOrd="0" presId="urn:microsoft.com/office/officeart/2018/2/layout/IconLabelList"/>
    <dgm:cxn modelId="{4693FB3A-CDFE-4D34-94DF-94C0E0F32F6E}" type="presParOf" srcId="{758014EC-55AB-4FB4-B6FF-5902A2FE41B8}" destId="{54939DF4-44E6-472B-83C7-B41DD5C3B97B}" srcOrd="1" destOrd="0" presId="urn:microsoft.com/office/officeart/2018/2/layout/IconLabelList"/>
    <dgm:cxn modelId="{AE49CD55-2F77-4574-AF72-13B32786BD2C}" type="presParOf" srcId="{758014EC-55AB-4FB4-B6FF-5902A2FE41B8}" destId="{80B4F95B-48CC-49AA-A4B8-96D0A62D2F8B}" srcOrd="2" destOrd="0" presId="urn:microsoft.com/office/officeart/2018/2/layout/IconLabelList"/>
    <dgm:cxn modelId="{A0ABD09A-4388-4D9F-A480-F0B5FFB57CE3}" type="presParOf" srcId="{D84665D5-EF05-46A6-9815-362C33D1A7E4}" destId="{8ADE7829-AE2E-4F5C-9BA2-E2C31E499B0F}" srcOrd="9" destOrd="0" presId="urn:microsoft.com/office/officeart/2018/2/layout/IconLabelList"/>
    <dgm:cxn modelId="{F06346D3-D8E6-46CD-BBF8-348AA17715D0}" type="presParOf" srcId="{D84665D5-EF05-46A6-9815-362C33D1A7E4}" destId="{1CD1D6CB-8755-4C01-AA92-20066449BB1B}" srcOrd="10" destOrd="0" presId="urn:microsoft.com/office/officeart/2018/2/layout/IconLabelList"/>
    <dgm:cxn modelId="{BE4C779B-04F0-45C4-91B8-07C51A62561D}" type="presParOf" srcId="{1CD1D6CB-8755-4C01-AA92-20066449BB1B}" destId="{4696E696-665A-4FEB-8148-43AF40D51E88}" srcOrd="0" destOrd="0" presId="urn:microsoft.com/office/officeart/2018/2/layout/IconLabelList"/>
    <dgm:cxn modelId="{D3B73426-CCC2-4976-9B17-8FAFC6755FE5}" type="presParOf" srcId="{1CD1D6CB-8755-4C01-AA92-20066449BB1B}" destId="{65531429-010B-461C-BEA9-F99ADC8DFF74}" srcOrd="1" destOrd="0" presId="urn:microsoft.com/office/officeart/2018/2/layout/IconLabelList"/>
    <dgm:cxn modelId="{C4BF9A4D-8910-4065-B4A5-4CF12A2905BC}" type="presParOf" srcId="{1CD1D6CB-8755-4C01-AA92-20066449BB1B}" destId="{4D577130-56AF-4636-973F-0FFE4F83915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95C7877-4E6C-43F3-B0A6-71C909317B8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AA4BB54-DD15-4009-8278-9C9AD1B9E575}">
      <dgm:prSet/>
      <dgm:spPr/>
      <dgm:t>
        <a:bodyPr/>
        <a:lstStyle/>
        <a:p>
          <a:r>
            <a:rPr lang="en-US"/>
            <a:t>The Linear Support Vector Classifier was the most practically useful model.</a:t>
          </a:r>
        </a:p>
      </dgm:t>
    </dgm:pt>
    <dgm:pt modelId="{EA7C1071-E9E0-4935-986F-BC3488D5BFA8}" type="parTrans" cxnId="{84A6C280-75B9-403B-8BEC-E343C8C1118A}">
      <dgm:prSet/>
      <dgm:spPr/>
      <dgm:t>
        <a:bodyPr/>
        <a:lstStyle/>
        <a:p>
          <a:endParaRPr lang="en-US"/>
        </a:p>
      </dgm:t>
    </dgm:pt>
    <dgm:pt modelId="{DBE1015A-454A-44E1-9293-FAE931AC18EE}" type="sibTrans" cxnId="{84A6C280-75B9-403B-8BEC-E343C8C1118A}">
      <dgm:prSet/>
      <dgm:spPr/>
      <dgm:t>
        <a:bodyPr/>
        <a:lstStyle/>
        <a:p>
          <a:endParaRPr lang="en-US"/>
        </a:p>
      </dgm:t>
    </dgm:pt>
    <dgm:pt modelId="{61B67099-9513-461C-88F7-C8BB8080DEC8}">
      <dgm:prSet/>
      <dgm:spPr/>
      <dgm:t>
        <a:bodyPr/>
        <a:lstStyle/>
        <a:p>
          <a:r>
            <a:rPr lang="en-US"/>
            <a:t>It correctly identified approximately 59% of actual responders, which is a substantial improvement over other models.</a:t>
          </a:r>
        </a:p>
      </dgm:t>
    </dgm:pt>
    <dgm:pt modelId="{EED1CBE1-650D-4D3C-B6C9-5E6C74A51604}" type="parTrans" cxnId="{B4C262DF-1148-461D-ADCE-F02696B8E7D4}">
      <dgm:prSet/>
      <dgm:spPr/>
      <dgm:t>
        <a:bodyPr/>
        <a:lstStyle/>
        <a:p>
          <a:endParaRPr lang="en-US"/>
        </a:p>
      </dgm:t>
    </dgm:pt>
    <dgm:pt modelId="{4B1A1FC0-D4C6-4C7F-9437-C51CAE82B9C6}" type="sibTrans" cxnId="{B4C262DF-1148-461D-ADCE-F02696B8E7D4}">
      <dgm:prSet/>
      <dgm:spPr/>
      <dgm:t>
        <a:bodyPr/>
        <a:lstStyle/>
        <a:p>
          <a:endParaRPr lang="en-US"/>
        </a:p>
      </dgm:t>
    </dgm:pt>
    <dgm:pt modelId="{2827502D-BAA0-42FB-BC5C-26DBEB4202A8}">
      <dgm:prSet/>
      <dgm:spPr/>
      <dgm:t>
        <a:bodyPr/>
        <a:lstStyle/>
        <a:p>
          <a:r>
            <a:rPr lang="en-US"/>
            <a:t>The nonlinear kernels did not improve performance, suggesting that the decision boundary between responders and non-responders is approximately linear.</a:t>
          </a:r>
        </a:p>
      </dgm:t>
    </dgm:pt>
    <dgm:pt modelId="{0B809C71-A1FD-4065-922F-A269500FB86A}" type="parTrans" cxnId="{F7DB359C-5D40-445D-97E5-C02883B38BCF}">
      <dgm:prSet/>
      <dgm:spPr/>
      <dgm:t>
        <a:bodyPr/>
        <a:lstStyle/>
        <a:p>
          <a:endParaRPr lang="en-US"/>
        </a:p>
      </dgm:t>
    </dgm:pt>
    <dgm:pt modelId="{8B20334E-4222-4723-ABA8-AC0624C151D2}" type="sibTrans" cxnId="{F7DB359C-5D40-445D-97E5-C02883B38BCF}">
      <dgm:prSet/>
      <dgm:spPr/>
      <dgm:t>
        <a:bodyPr/>
        <a:lstStyle/>
        <a:p>
          <a:endParaRPr lang="en-US"/>
        </a:p>
      </dgm:t>
    </dgm:pt>
    <dgm:pt modelId="{C69C48A9-A2F3-CA47-9821-27C1913FAC59}" type="pres">
      <dgm:prSet presAssocID="{C95C7877-4E6C-43F3-B0A6-71C909317B8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F42F34F-48F9-FD4A-ACCE-BFEA206E017A}" type="pres">
      <dgm:prSet presAssocID="{EAA4BB54-DD15-4009-8278-9C9AD1B9E575}" presName="hierRoot1" presStyleCnt="0"/>
      <dgm:spPr/>
    </dgm:pt>
    <dgm:pt modelId="{D7445AF3-C553-FF44-AF91-2ED3FD21E7DD}" type="pres">
      <dgm:prSet presAssocID="{EAA4BB54-DD15-4009-8278-9C9AD1B9E575}" presName="composite" presStyleCnt="0"/>
      <dgm:spPr/>
    </dgm:pt>
    <dgm:pt modelId="{1295D10B-B2EB-3948-B595-E520E85EA347}" type="pres">
      <dgm:prSet presAssocID="{EAA4BB54-DD15-4009-8278-9C9AD1B9E575}" presName="background" presStyleLbl="node0" presStyleIdx="0" presStyleCnt="3"/>
      <dgm:spPr/>
    </dgm:pt>
    <dgm:pt modelId="{6C4A291E-6EC8-AA45-B8E2-DB864FE7941F}" type="pres">
      <dgm:prSet presAssocID="{EAA4BB54-DD15-4009-8278-9C9AD1B9E575}" presName="text" presStyleLbl="fgAcc0" presStyleIdx="0" presStyleCnt="3">
        <dgm:presLayoutVars>
          <dgm:chPref val="3"/>
        </dgm:presLayoutVars>
      </dgm:prSet>
      <dgm:spPr/>
    </dgm:pt>
    <dgm:pt modelId="{CA5B0E94-02B8-6A48-BEDD-7DF0FED41177}" type="pres">
      <dgm:prSet presAssocID="{EAA4BB54-DD15-4009-8278-9C9AD1B9E575}" presName="hierChild2" presStyleCnt="0"/>
      <dgm:spPr/>
    </dgm:pt>
    <dgm:pt modelId="{AAFCFCEE-E470-F24F-B16B-ECDBB7C5D937}" type="pres">
      <dgm:prSet presAssocID="{61B67099-9513-461C-88F7-C8BB8080DEC8}" presName="hierRoot1" presStyleCnt="0"/>
      <dgm:spPr/>
    </dgm:pt>
    <dgm:pt modelId="{CB81CBDC-BD66-3B40-BBB2-A15739C7143D}" type="pres">
      <dgm:prSet presAssocID="{61B67099-9513-461C-88F7-C8BB8080DEC8}" presName="composite" presStyleCnt="0"/>
      <dgm:spPr/>
    </dgm:pt>
    <dgm:pt modelId="{7C121E80-AFB4-D748-BF97-771EB3B3DE3F}" type="pres">
      <dgm:prSet presAssocID="{61B67099-9513-461C-88F7-C8BB8080DEC8}" presName="background" presStyleLbl="node0" presStyleIdx="1" presStyleCnt="3"/>
      <dgm:spPr/>
    </dgm:pt>
    <dgm:pt modelId="{AC0A5A43-79FF-1A40-AB78-B3E604935074}" type="pres">
      <dgm:prSet presAssocID="{61B67099-9513-461C-88F7-C8BB8080DEC8}" presName="text" presStyleLbl="fgAcc0" presStyleIdx="1" presStyleCnt="3">
        <dgm:presLayoutVars>
          <dgm:chPref val="3"/>
        </dgm:presLayoutVars>
      </dgm:prSet>
      <dgm:spPr/>
    </dgm:pt>
    <dgm:pt modelId="{4F32EA21-3B1D-4A4C-A8A7-483F4602C571}" type="pres">
      <dgm:prSet presAssocID="{61B67099-9513-461C-88F7-C8BB8080DEC8}" presName="hierChild2" presStyleCnt="0"/>
      <dgm:spPr/>
    </dgm:pt>
    <dgm:pt modelId="{4B54C7E9-BF5A-7540-BD71-C526FC3715FC}" type="pres">
      <dgm:prSet presAssocID="{2827502D-BAA0-42FB-BC5C-26DBEB4202A8}" presName="hierRoot1" presStyleCnt="0"/>
      <dgm:spPr/>
    </dgm:pt>
    <dgm:pt modelId="{A72A6523-1C3E-E549-AAEB-5DEBB5EABFC8}" type="pres">
      <dgm:prSet presAssocID="{2827502D-BAA0-42FB-BC5C-26DBEB4202A8}" presName="composite" presStyleCnt="0"/>
      <dgm:spPr/>
    </dgm:pt>
    <dgm:pt modelId="{3668956D-6DE1-8F43-8F60-23BFC7B858FF}" type="pres">
      <dgm:prSet presAssocID="{2827502D-BAA0-42FB-BC5C-26DBEB4202A8}" presName="background" presStyleLbl="node0" presStyleIdx="2" presStyleCnt="3"/>
      <dgm:spPr/>
    </dgm:pt>
    <dgm:pt modelId="{FEE3C5BD-E18D-A14D-B087-4754983C9DB4}" type="pres">
      <dgm:prSet presAssocID="{2827502D-BAA0-42FB-BC5C-26DBEB4202A8}" presName="text" presStyleLbl="fgAcc0" presStyleIdx="2" presStyleCnt="3">
        <dgm:presLayoutVars>
          <dgm:chPref val="3"/>
        </dgm:presLayoutVars>
      </dgm:prSet>
      <dgm:spPr/>
    </dgm:pt>
    <dgm:pt modelId="{9E2AEDE1-51C2-7242-88ED-6CE94CA2338A}" type="pres">
      <dgm:prSet presAssocID="{2827502D-BAA0-42FB-BC5C-26DBEB4202A8}" presName="hierChild2" presStyleCnt="0"/>
      <dgm:spPr/>
    </dgm:pt>
  </dgm:ptLst>
  <dgm:cxnLst>
    <dgm:cxn modelId="{DFA1D14F-D71E-8440-B5D1-C780FCB8A663}" type="presOf" srcId="{EAA4BB54-DD15-4009-8278-9C9AD1B9E575}" destId="{6C4A291E-6EC8-AA45-B8E2-DB864FE7941F}" srcOrd="0" destOrd="0" presId="urn:microsoft.com/office/officeart/2005/8/layout/hierarchy1"/>
    <dgm:cxn modelId="{84A6C280-75B9-403B-8BEC-E343C8C1118A}" srcId="{C95C7877-4E6C-43F3-B0A6-71C909317B80}" destId="{EAA4BB54-DD15-4009-8278-9C9AD1B9E575}" srcOrd="0" destOrd="0" parTransId="{EA7C1071-E9E0-4935-986F-BC3488D5BFA8}" sibTransId="{DBE1015A-454A-44E1-9293-FAE931AC18EE}"/>
    <dgm:cxn modelId="{F7DB359C-5D40-445D-97E5-C02883B38BCF}" srcId="{C95C7877-4E6C-43F3-B0A6-71C909317B80}" destId="{2827502D-BAA0-42FB-BC5C-26DBEB4202A8}" srcOrd="2" destOrd="0" parTransId="{0B809C71-A1FD-4065-922F-A269500FB86A}" sibTransId="{8B20334E-4222-4723-ABA8-AC0624C151D2}"/>
    <dgm:cxn modelId="{6587B4AB-724A-464D-B335-1340134D8884}" type="presOf" srcId="{61B67099-9513-461C-88F7-C8BB8080DEC8}" destId="{AC0A5A43-79FF-1A40-AB78-B3E604935074}" srcOrd="0" destOrd="0" presId="urn:microsoft.com/office/officeart/2005/8/layout/hierarchy1"/>
    <dgm:cxn modelId="{137252D3-3485-6340-AA0E-4125783230EA}" type="presOf" srcId="{2827502D-BAA0-42FB-BC5C-26DBEB4202A8}" destId="{FEE3C5BD-E18D-A14D-B087-4754983C9DB4}" srcOrd="0" destOrd="0" presId="urn:microsoft.com/office/officeart/2005/8/layout/hierarchy1"/>
    <dgm:cxn modelId="{B4C262DF-1148-461D-ADCE-F02696B8E7D4}" srcId="{C95C7877-4E6C-43F3-B0A6-71C909317B80}" destId="{61B67099-9513-461C-88F7-C8BB8080DEC8}" srcOrd="1" destOrd="0" parTransId="{EED1CBE1-650D-4D3C-B6C9-5E6C74A51604}" sibTransId="{4B1A1FC0-D4C6-4C7F-9437-C51CAE82B9C6}"/>
    <dgm:cxn modelId="{267A8CE3-DDD8-C449-B12F-C2D932E15670}" type="presOf" srcId="{C95C7877-4E6C-43F3-B0A6-71C909317B80}" destId="{C69C48A9-A2F3-CA47-9821-27C1913FAC59}" srcOrd="0" destOrd="0" presId="urn:microsoft.com/office/officeart/2005/8/layout/hierarchy1"/>
    <dgm:cxn modelId="{A36FF765-42BD-304E-8E19-51E2AAA53613}" type="presParOf" srcId="{C69C48A9-A2F3-CA47-9821-27C1913FAC59}" destId="{4F42F34F-48F9-FD4A-ACCE-BFEA206E017A}" srcOrd="0" destOrd="0" presId="urn:microsoft.com/office/officeart/2005/8/layout/hierarchy1"/>
    <dgm:cxn modelId="{48FF6276-344B-3E49-BA94-FC01F5A94C7E}" type="presParOf" srcId="{4F42F34F-48F9-FD4A-ACCE-BFEA206E017A}" destId="{D7445AF3-C553-FF44-AF91-2ED3FD21E7DD}" srcOrd="0" destOrd="0" presId="urn:microsoft.com/office/officeart/2005/8/layout/hierarchy1"/>
    <dgm:cxn modelId="{F4714B8B-3038-524A-A412-4DD330E8EA28}" type="presParOf" srcId="{D7445AF3-C553-FF44-AF91-2ED3FD21E7DD}" destId="{1295D10B-B2EB-3948-B595-E520E85EA347}" srcOrd="0" destOrd="0" presId="urn:microsoft.com/office/officeart/2005/8/layout/hierarchy1"/>
    <dgm:cxn modelId="{18C153D2-E40B-E146-9D52-66073F69D587}" type="presParOf" srcId="{D7445AF3-C553-FF44-AF91-2ED3FD21E7DD}" destId="{6C4A291E-6EC8-AA45-B8E2-DB864FE7941F}" srcOrd="1" destOrd="0" presId="urn:microsoft.com/office/officeart/2005/8/layout/hierarchy1"/>
    <dgm:cxn modelId="{DF664A58-2F52-9345-B709-BF9D9D63DB8F}" type="presParOf" srcId="{4F42F34F-48F9-FD4A-ACCE-BFEA206E017A}" destId="{CA5B0E94-02B8-6A48-BEDD-7DF0FED41177}" srcOrd="1" destOrd="0" presId="urn:microsoft.com/office/officeart/2005/8/layout/hierarchy1"/>
    <dgm:cxn modelId="{D8F719DA-D7E6-C14E-914F-939B3236847A}" type="presParOf" srcId="{C69C48A9-A2F3-CA47-9821-27C1913FAC59}" destId="{AAFCFCEE-E470-F24F-B16B-ECDBB7C5D937}" srcOrd="1" destOrd="0" presId="urn:microsoft.com/office/officeart/2005/8/layout/hierarchy1"/>
    <dgm:cxn modelId="{11B77436-1112-5B4F-A173-65EF5EF1CDF3}" type="presParOf" srcId="{AAFCFCEE-E470-F24F-B16B-ECDBB7C5D937}" destId="{CB81CBDC-BD66-3B40-BBB2-A15739C7143D}" srcOrd="0" destOrd="0" presId="urn:microsoft.com/office/officeart/2005/8/layout/hierarchy1"/>
    <dgm:cxn modelId="{20D06A9E-A56B-2046-BE24-F71D7DE1E93C}" type="presParOf" srcId="{CB81CBDC-BD66-3B40-BBB2-A15739C7143D}" destId="{7C121E80-AFB4-D748-BF97-771EB3B3DE3F}" srcOrd="0" destOrd="0" presId="urn:microsoft.com/office/officeart/2005/8/layout/hierarchy1"/>
    <dgm:cxn modelId="{5AD906BE-8B99-D544-A83E-7CAECED76849}" type="presParOf" srcId="{CB81CBDC-BD66-3B40-BBB2-A15739C7143D}" destId="{AC0A5A43-79FF-1A40-AB78-B3E604935074}" srcOrd="1" destOrd="0" presId="urn:microsoft.com/office/officeart/2005/8/layout/hierarchy1"/>
    <dgm:cxn modelId="{293FB65C-AC22-C54E-8B9B-37A1B1D23810}" type="presParOf" srcId="{AAFCFCEE-E470-F24F-B16B-ECDBB7C5D937}" destId="{4F32EA21-3B1D-4A4C-A8A7-483F4602C571}" srcOrd="1" destOrd="0" presId="urn:microsoft.com/office/officeart/2005/8/layout/hierarchy1"/>
    <dgm:cxn modelId="{20059A61-91DB-5647-B6C3-B68612B9E648}" type="presParOf" srcId="{C69C48A9-A2F3-CA47-9821-27C1913FAC59}" destId="{4B54C7E9-BF5A-7540-BD71-C526FC3715FC}" srcOrd="2" destOrd="0" presId="urn:microsoft.com/office/officeart/2005/8/layout/hierarchy1"/>
    <dgm:cxn modelId="{56856F7A-F8B6-A640-B324-83DA2305A41B}" type="presParOf" srcId="{4B54C7E9-BF5A-7540-BD71-C526FC3715FC}" destId="{A72A6523-1C3E-E549-AAEB-5DEBB5EABFC8}" srcOrd="0" destOrd="0" presId="urn:microsoft.com/office/officeart/2005/8/layout/hierarchy1"/>
    <dgm:cxn modelId="{C642BA3C-1CF5-5249-BA0C-D590D02AA258}" type="presParOf" srcId="{A72A6523-1C3E-E549-AAEB-5DEBB5EABFC8}" destId="{3668956D-6DE1-8F43-8F60-23BFC7B858FF}" srcOrd="0" destOrd="0" presId="urn:microsoft.com/office/officeart/2005/8/layout/hierarchy1"/>
    <dgm:cxn modelId="{03B20E45-D2AB-AD45-B526-1642AB68381A}" type="presParOf" srcId="{A72A6523-1C3E-E549-AAEB-5DEBB5EABFC8}" destId="{FEE3C5BD-E18D-A14D-B087-4754983C9DB4}" srcOrd="1" destOrd="0" presId="urn:microsoft.com/office/officeart/2005/8/layout/hierarchy1"/>
    <dgm:cxn modelId="{B4EA2D83-C76D-9D48-BE99-BE8587A76C51}" type="presParOf" srcId="{4B54C7E9-BF5A-7540-BD71-C526FC3715FC}" destId="{9E2AEDE1-51C2-7242-88ED-6CE94CA2338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3C2C306-211C-4826-8D18-16FDBDB70BAB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67C3B5A-BA42-4B3E-AA18-5C4501C2970E}">
      <dgm:prSet/>
      <dgm:spPr/>
      <dgm:t>
        <a:bodyPr/>
        <a:lstStyle/>
        <a:p>
          <a:r>
            <a:rPr lang="en-US"/>
            <a:t>This project demonstrates that proper evaluation metrics are more important than model complexity when dealing with imbalanced classification problems.</a:t>
          </a:r>
        </a:p>
      </dgm:t>
    </dgm:pt>
    <dgm:pt modelId="{07CC0D44-A55D-40EA-A26B-A3F395A13EBD}" type="parTrans" cxnId="{6C65E7CD-2DAD-4B4C-A4CF-A8F6AF2B21B3}">
      <dgm:prSet/>
      <dgm:spPr/>
      <dgm:t>
        <a:bodyPr/>
        <a:lstStyle/>
        <a:p>
          <a:endParaRPr lang="en-US"/>
        </a:p>
      </dgm:t>
    </dgm:pt>
    <dgm:pt modelId="{A6673759-DEBE-4965-AF55-3EC51227257E}" type="sibTrans" cxnId="{6C65E7CD-2DAD-4B4C-A4CF-A8F6AF2B21B3}">
      <dgm:prSet/>
      <dgm:spPr/>
      <dgm:t>
        <a:bodyPr/>
        <a:lstStyle/>
        <a:p>
          <a:endParaRPr lang="en-US"/>
        </a:p>
      </dgm:t>
    </dgm:pt>
    <dgm:pt modelId="{B18B7F75-544F-42F0-81E0-EAD49DE58F4E}">
      <dgm:prSet/>
      <dgm:spPr/>
      <dgm:t>
        <a:bodyPr/>
        <a:lstStyle/>
        <a:p>
          <a:r>
            <a:rPr lang="en-US"/>
            <a:t>Accuracy is misleading in imbalanced datasets.</a:t>
          </a:r>
        </a:p>
      </dgm:t>
    </dgm:pt>
    <dgm:pt modelId="{48BE83BD-F785-452E-87EF-25419CB7F8DC}" type="parTrans" cxnId="{84E2A652-F2A1-43A5-AE9D-89015D9B3CF7}">
      <dgm:prSet/>
      <dgm:spPr/>
      <dgm:t>
        <a:bodyPr/>
        <a:lstStyle/>
        <a:p>
          <a:endParaRPr lang="en-US"/>
        </a:p>
      </dgm:t>
    </dgm:pt>
    <dgm:pt modelId="{B4F30098-F386-4038-AB2A-079AE8E72233}" type="sibTrans" cxnId="{84E2A652-F2A1-43A5-AE9D-89015D9B3CF7}">
      <dgm:prSet/>
      <dgm:spPr/>
      <dgm:t>
        <a:bodyPr/>
        <a:lstStyle/>
        <a:p>
          <a:endParaRPr lang="en-US"/>
        </a:p>
      </dgm:t>
    </dgm:pt>
    <dgm:pt modelId="{89344049-8655-41E8-A1CA-D4C2F56D7F00}">
      <dgm:prSet/>
      <dgm:spPr/>
      <dgm:t>
        <a:bodyPr/>
        <a:lstStyle/>
        <a:p>
          <a:r>
            <a:rPr lang="en-US"/>
            <a:t>Balanced accuracy and recall provide better evaluation.</a:t>
          </a:r>
        </a:p>
      </dgm:t>
    </dgm:pt>
    <dgm:pt modelId="{DBC417D3-3750-4CEE-A5DF-4FECFD99D7D7}" type="parTrans" cxnId="{96C8AC8C-B8EF-42B8-A894-D2529EE30225}">
      <dgm:prSet/>
      <dgm:spPr/>
      <dgm:t>
        <a:bodyPr/>
        <a:lstStyle/>
        <a:p>
          <a:endParaRPr lang="en-US"/>
        </a:p>
      </dgm:t>
    </dgm:pt>
    <dgm:pt modelId="{8997C0AA-FDA4-4502-8990-F52D846B040C}" type="sibTrans" cxnId="{96C8AC8C-B8EF-42B8-A894-D2529EE30225}">
      <dgm:prSet/>
      <dgm:spPr/>
      <dgm:t>
        <a:bodyPr/>
        <a:lstStyle/>
        <a:p>
          <a:endParaRPr lang="en-US"/>
        </a:p>
      </dgm:t>
    </dgm:pt>
    <dgm:pt modelId="{46D6D1F8-6C2E-4E81-9179-31BEACD59BBA}">
      <dgm:prSet/>
      <dgm:spPr/>
      <dgm:t>
        <a:bodyPr/>
        <a:lstStyle/>
        <a:p>
          <a:r>
            <a:rPr lang="en-US"/>
            <a:t>The Linear SVC provided the best overall performance.</a:t>
          </a:r>
        </a:p>
      </dgm:t>
    </dgm:pt>
    <dgm:pt modelId="{3B1E2349-E65B-47BF-92D3-DC37B769AC21}" type="parTrans" cxnId="{57D34053-5E2A-4A64-8AB4-698BBC31A7FE}">
      <dgm:prSet/>
      <dgm:spPr/>
      <dgm:t>
        <a:bodyPr/>
        <a:lstStyle/>
        <a:p>
          <a:endParaRPr lang="en-US"/>
        </a:p>
      </dgm:t>
    </dgm:pt>
    <dgm:pt modelId="{E9BAEADB-9AE6-45CF-A87E-603D3091B50F}" type="sibTrans" cxnId="{57D34053-5E2A-4A64-8AB4-698BBC31A7FE}">
      <dgm:prSet/>
      <dgm:spPr/>
      <dgm:t>
        <a:bodyPr/>
        <a:lstStyle/>
        <a:p>
          <a:endParaRPr lang="en-US"/>
        </a:p>
      </dgm:t>
    </dgm:pt>
    <dgm:pt modelId="{33F511E9-1D83-469C-A272-2C6538039BE5}">
      <dgm:prSet/>
      <dgm:spPr/>
      <dgm:t>
        <a:bodyPr/>
        <a:lstStyle/>
        <a:p>
          <a:r>
            <a:rPr lang="en-US"/>
            <a:t>Increasing model complexity through nonlinear kernels did not improve results</a:t>
          </a:r>
        </a:p>
      </dgm:t>
    </dgm:pt>
    <dgm:pt modelId="{FF42626B-7253-4022-B76E-F1F0890EB7A1}" type="parTrans" cxnId="{612FC6F5-2E6B-4479-87E9-88310374326C}">
      <dgm:prSet/>
      <dgm:spPr/>
      <dgm:t>
        <a:bodyPr/>
        <a:lstStyle/>
        <a:p>
          <a:endParaRPr lang="en-US"/>
        </a:p>
      </dgm:t>
    </dgm:pt>
    <dgm:pt modelId="{DCE373CF-55D2-40F9-90CE-80A4069B1CAB}" type="sibTrans" cxnId="{612FC6F5-2E6B-4479-87E9-88310374326C}">
      <dgm:prSet/>
      <dgm:spPr/>
      <dgm:t>
        <a:bodyPr/>
        <a:lstStyle/>
        <a:p>
          <a:endParaRPr lang="en-US"/>
        </a:p>
      </dgm:t>
    </dgm:pt>
    <dgm:pt modelId="{820C90B7-FB77-C148-8345-890EB4FFF345}" type="pres">
      <dgm:prSet presAssocID="{63C2C306-211C-4826-8D18-16FDBDB70BAB}" presName="linear" presStyleCnt="0">
        <dgm:presLayoutVars>
          <dgm:animLvl val="lvl"/>
          <dgm:resizeHandles val="exact"/>
        </dgm:presLayoutVars>
      </dgm:prSet>
      <dgm:spPr/>
    </dgm:pt>
    <dgm:pt modelId="{608A3D9A-AAAB-BE40-9689-1531DCBD6CAE}" type="pres">
      <dgm:prSet presAssocID="{767C3B5A-BA42-4B3E-AA18-5C4501C2970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5D42908-38BE-0C4E-A08B-666C841C0266}" type="pres">
      <dgm:prSet presAssocID="{A6673759-DEBE-4965-AF55-3EC51227257E}" presName="spacer" presStyleCnt="0"/>
      <dgm:spPr/>
    </dgm:pt>
    <dgm:pt modelId="{EC0DBD65-BAEE-E149-8C63-C2BC7138B3BD}" type="pres">
      <dgm:prSet presAssocID="{B18B7F75-544F-42F0-81E0-EAD49DE58F4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FEA2F79-921E-6045-9763-1D96D44FDE20}" type="pres">
      <dgm:prSet presAssocID="{B4F30098-F386-4038-AB2A-079AE8E72233}" presName="spacer" presStyleCnt="0"/>
      <dgm:spPr/>
    </dgm:pt>
    <dgm:pt modelId="{D1B62CD8-6A91-2C4D-96B8-E9BABB5849F6}" type="pres">
      <dgm:prSet presAssocID="{89344049-8655-41E8-A1CA-D4C2F56D7F0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8177EE2-F7FA-DF46-9C95-4B06D4E99FBE}" type="pres">
      <dgm:prSet presAssocID="{8997C0AA-FDA4-4502-8990-F52D846B040C}" presName="spacer" presStyleCnt="0"/>
      <dgm:spPr/>
    </dgm:pt>
    <dgm:pt modelId="{0D4D1703-7ACF-9C4C-BC67-D50AF51AE3B8}" type="pres">
      <dgm:prSet presAssocID="{46D6D1F8-6C2E-4E81-9179-31BEACD59BB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C425283-ED70-1340-9894-FFAF6B826290}" type="pres">
      <dgm:prSet presAssocID="{E9BAEADB-9AE6-45CF-A87E-603D3091B50F}" presName="spacer" presStyleCnt="0"/>
      <dgm:spPr/>
    </dgm:pt>
    <dgm:pt modelId="{B71D2100-D998-0241-9FDD-F4B2E2DC42C6}" type="pres">
      <dgm:prSet presAssocID="{33F511E9-1D83-469C-A272-2C6538039BE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914211A-EE10-F14C-8C61-1759C935ECA4}" type="presOf" srcId="{46D6D1F8-6C2E-4E81-9179-31BEACD59BBA}" destId="{0D4D1703-7ACF-9C4C-BC67-D50AF51AE3B8}" srcOrd="0" destOrd="0" presId="urn:microsoft.com/office/officeart/2005/8/layout/vList2"/>
    <dgm:cxn modelId="{84E2A652-F2A1-43A5-AE9D-89015D9B3CF7}" srcId="{63C2C306-211C-4826-8D18-16FDBDB70BAB}" destId="{B18B7F75-544F-42F0-81E0-EAD49DE58F4E}" srcOrd="1" destOrd="0" parTransId="{48BE83BD-F785-452E-87EF-25419CB7F8DC}" sibTransId="{B4F30098-F386-4038-AB2A-079AE8E72233}"/>
    <dgm:cxn modelId="{57D34053-5E2A-4A64-8AB4-698BBC31A7FE}" srcId="{63C2C306-211C-4826-8D18-16FDBDB70BAB}" destId="{46D6D1F8-6C2E-4E81-9179-31BEACD59BBA}" srcOrd="3" destOrd="0" parTransId="{3B1E2349-E65B-47BF-92D3-DC37B769AC21}" sibTransId="{E9BAEADB-9AE6-45CF-A87E-603D3091B50F}"/>
    <dgm:cxn modelId="{C4411770-7D71-F047-8640-FAB73A2512A5}" type="presOf" srcId="{63C2C306-211C-4826-8D18-16FDBDB70BAB}" destId="{820C90B7-FB77-C148-8345-890EB4FFF345}" srcOrd="0" destOrd="0" presId="urn:microsoft.com/office/officeart/2005/8/layout/vList2"/>
    <dgm:cxn modelId="{96C8AC8C-B8EF-42B8-A894-D2529EE30225}" srcId="{63C2C306-211C-4826-8D18-16FDBDB70BAB}" destId="{89344049-8655-41E8-A1CA-D4C2F56D7F00}" srcOrd="2" destOrd="0" parTransId="{DBC417D3-3750-4CEE-A5DF-4FECFD99D7D7}" sibTransId="{8997C0AA-FDA4-4502-8990-F52D846B040C}"/>
    <dgm:cxn modelId="{8FE6CC8E-A022-874B-A464-6FDD7E89C6AA}" type="presOf" srcId="{767C3B5A-BA42-4B3E-AA18-5C4501C2970E}" destId="{608A3D9A-AAAB-BE40-9689-1531DCBD6CAE}" srcOrd="0" destOrd="0" presId="urn:microsoft.com/office/officeart/2005/8/layout/vList2"/>
    <dgm:cxn modelId="{6C65E7CD-2DAD-4B4C-A4CF-A8F6AF2B21B3}" srcId="{63C2C306-211C-4826-8D18-16FDBDB70BAB}" destId="{767C3B5A-BA42-4B3E-AA18-5C4501C2970E}" srcOrd="0" destOrd="0" parTransId="{07CC0D44-A55D-40EA-A26B-A3F395A13EBD}" sibTransId="{A6673759-DEBE-4965-AF55-3EC51227257E}"/>
    <dgm:cxn modelId="{D6ACF2CD-A0B5-0A41-A036-688C4BBCAE37}" type="presOf" srcId="{33F511E9-1D83-469C-A272-2C6538039BE5}" destId="{B71D2100-D998-0241-9FDD-F4B2E2DC42C6}" srcOrd="0" destOrd="0" presId="urn:microsoft.com/office/officeart/2005/8/layout/vList2"/>
    <dgm:cxn modelId="{D4BAA8E4-6868-5142-A1D0-D739F7833BB5}" type="presOf" srcId="{89344049-8655-41E8-A1CA-D4C2F56D7F00}" destId="{D1B62CD8-6A91-2C4D-96B8-E9BABB5849F6}" srcOrd="0" destOrd="0" presId="urn:microsoft.com/office/officeart/2005/8/layout/vList2"/>
    <dgm:cxn modelId="{612FC6F5-2E6B-4479-87E9-88310374326C}" srcId="{63C2C306-211C-4826-8D18-16FDBDB70BAB}" destId="{33F511E9-1D83-469C-A272-2C6538039BE5}" srcOrd="4" destOrd="0" parTransId="{FF42626B-7253-4022-B76E-F1F0890EB7A1}" sibTransId="{DCE373CF-55D2-40F9-90CE-80A4069B1CAB}"/>
    <dgm:cxn modelId="{885CDBF9-C1D9-594D-9BBB-DE5787E170E6}" type="presOf" srcId="{B18B7F75-544F-42F0-81E0-EAD49DE58F4E}" destId="{EC0DBD65-BAEE-E149-8C63-C2BC7138B3BD}" srcOrd="0" destOrd="0" presId="urn:microsoft.com/office/officeart/2005/8/layout/vList2"/>
    <dgm:cxn modelId="{1ADACA03-D233-2049-AAE6-7ED29A5F1752}" type="presParOf" srcId="{820C90B7-FB77-C148-8345-890EB4FFF345}" destId="{608A3D9A-AAAB-BE40-9689-1531DCBD6CAE}" srcOrd="0" destOrd="0" presId="urn:microsoft.com/office/officeart/2005/8/layout/vList2"/>
    <dgm:cxn modelId="{A1B58A81-ACF7-7745-B797-5B2C34BC0A60}" type="presParOf" srcId="{820C90B7-FB77-C148-8345-890EB4FFF345}" destId="{75D42908-38BE-0C4E-A08B-666C841C0266}" srcOrd="1" destOrd="0" presId="urn:microsoft.com/office/officeart/2005/8/layout/vList2"/>
    <dgm:cxn modelId="{49FD2F19-CDA0-764D-87DC-44E622C23D60}" type="presParOf" srcId="{820C90B7-FB77-C148-8345-890EB4FFF345}" destId="{EC0DBD65-BAEE-E149-8C63-C2BC7138B3BD}" srcOrd="2" destOrd="0" presId="urn:microsoft.com/office/officeart/2005/8/layout/vList2"/>
    <dgm:cxn modelId="{FFA0F2DD-F364-B143-A2EF-E5E00C5704EE}" type="presParOf" srcId="{820C90B7-FB77-C148-8345-890EB4FFF345}" destId="{7FEA2F79-921E-6045-9763-1D96D44FDE20}" srcOrd="3" destOrd="0" presId="urn:microsoft.com/office/officeart/2005/8/layout/vList2"/>
    <dgm:cxn modelId="{47A7B726-F3C1-0846-BC83-40F087294B5B}" type="presParOf" srcId="{820C90B7-FB77-C148-8345-890EB4FFF345}" destId="{D1B62CD8-6A91-2C4D-96B8-E9BABB5849F6}" srcOrd="4" destOrd="0" presId="urn:microsoft.com/office/officeart/2005/8/layout/vList2"/>
    <dgm:cxn modelId="{FEDE6274-17DB-1040-BC4F-3390316848DD}" type="presParOf" srcId="{820C90B7-FB77-C148-8345-890EB4FFF345}" destId="{18177EE2-F7FA-DF46-9C95-4B06D4E99FBE}" srcOrd="5" destOrd="0" presId="urn:microsoft.com/office/officeart/2005/8/layout/vList2"/>
    <dgm:cxn modelId="{EA46E83E-7D9B-6E4C-8A55-609F05D9590D}" type="presParOf" srcId="{820C90B7-FB77-C148-8345-890EB4FFF345}" destId="{0D4D1703-7ACF-9C4C-BC67-D50AF51AE3B8}" srcOrd="6" destOrd="0" presId="urn:microsoft.com/office/officeart/2005/8/layout/vList2"/>
    <dgm:cxn modelId="{55766F12-E0C2-EC4A-B4BA-18EA0F9A6465}" type="presParOf" srcId="{820C90B7-FB77-C148-8345-890EB4FFF345}" destId="{0C425283-ED70-1340-9894-FFAF6B826290}" srcOrd="7" destOrd="0" presId="urn:microsoft.com/office/officeart/2005/8/layout/vList2"/>
    <dgm:cxn modelId="{43511612-00AB-F34F-8C35-E23368660433}" type="presParOf" srcId="{820C90B7-FB77-C148-8345-890EB4FFF345}" destId="{B71D2100-D998-0241-9FDD-F4B2E2DC42C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7135C-9F2F-B240-A3FC-5E0EAD426996}">
      <dsp:nvSpPr>
        <dsp:cNvPr id="0" name=""/>
        <dsp:cNvSpPr/>
      </dsp:nvSpPr>
      <dsp:spPr>
        <a:xfrm>
          <a:off x="0" y="493562"/>
          <a:ext cx="5141912" cy="10617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outcome variable is </a:t>
          </a:r>
          <a:r>
            <a:rPr lang="en-US" sz="2000" b="1" kern="1200"/>
            <a:t>respondedMailing</a:t>
          </a:r>
          <a:r>
            <a:rPr lang="en-US" sz="2000" kern="1200"/>
            <a:t>, which is binary:</a:t>
          </a:r>
        </a:p>
      </dsp:txBody>
      <dsp:txXfrm>
        <a:off x="51832" y="545394"/>
        <a:ext cx="5038248" cy="958111"/>
      </dsp:txXfrm>
    </dsp:sp>
    <dsp:sp modelId="{D2E67F31-B5B2-1641-85D0-A0B805373E98}">
      <dsp:nvSpPr>
        <dsp:cNvPr id="0" name=""/>
        <dsp:cNvSpPr/>
      </dsp:nvSpPr>
      <dsp:spPr>
        <a:xfrm>
          <a:off x="0" y="1612937"/>
          <a:ext cx="5141912" cy="1061775"/>
        </a:xfrm>
        <a:prstGeom prst="roundRect">
          <a:avLst/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TRUE</a:t>
          </a:r>
          <a:r>
            <a:rPr lang="en-US" sz="2000" kern="1200"/>
            <a:t> = donor responded</a:t>
          </a:r>
        </a:p>
      </dsp:txBody>
      <dsp:txXfrm>
        <a:off x="51832" y="1664769"/>
        <a:ext cx="5038248" cy="958111"/>
      </dsp:txXfrm>
    </dsp:sp>
    <dsp:sp modelId="{49B70180-ACD6-914C-A2DF-D4CD76ED4792}">
      <dsp:nvSpPr>
        <dsp:cNvPr id="0" name=""/>
        <dsp:cNvSpPr/>
      </dsp:nvSpPr>
      <dsp:spPr>
        <a:xfrm>
          <a:off x="0" y="2732312"/>
          <a:ext cx="5141912" cy="1061775"/>
        </a:xfrm>
        <a:prstGeom prst="roundRect">
          <a:avLst/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FALSE</a:t>
          </a:r>
          <a:r>
            <a:rPr lang="en-US" sz="2000" kern="1200"/>
            <a:t> = donor did not respond</a:t>
          </a:r>
        </a:p>
      </dsp:txBody>
      <dsp:txXfrm>
        <a:off x="51832" y="2784144"/>
        <a:ext cx="5038248" cy="958111"/>
      </dsp:txXfrm>
    </dsp:sp>
    <dsp:sp modelId="{19594B01-A89C-6042-A84C-58CEB8618AB4}">
      <dsp:nvSpPr>
        <dsp:cNvPr id="0" name=""/>
        <dsp:cNvSpPr/>
      </dsp:nvSpPr>
      <dsp:spPr>
        <a:xfrm>
          <a:off x="0" y="3851687"/>
          <a:ext cx="5141912" cy="1061775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objective is to build models that can </a:t>
          </a:r>
          <a:r>
            <a:rPr lang="en-US" sz="2000" b="1" kern="1200"/>
            <a:t>rank or classify donors</a:t>
          </a:r>
          <a:r>
            <a:rPr lang="en-US" sz="2000" kern="1200"/>
            <a:t> so that we can target likely responders more efficiently.</a:t>
          </a:r>
        </a:p>
      </dsp:txBody>
      <dsp:txXfrm>
        <a:off x="51832" y="3903519"/>
        <a:ext cx="5038248" cy="9581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5894EE-AB54-1A4A-96E5-34C8FEE291D7}">
      <dsp:nvSpPr>
        <dsp:cNvPr id="0" name=""/>
        <dsp:cNvSpPr/>
      </dsp:nvSpPr>
      <dsp:spPr>
        <a:xfrm>
          <a:off x="581501" y="2044"/>
          <a:ext cx="2779811" cy="166788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Main preprocessing steps:</a:t>
          </a:r>
          <a:endParaRPr lang="en-US" sz="1200" kern="1200"/>
        </a:p>
      </dsp:txBody>
      <dsp:txXfrm>
        <a:off x="581501" y="2044"/>
        <a:ext cx="2779811" cy="1667887"/>
      </dsp:txXfrm>
    </dsp:sp>
    <dsp:sp modelId="{F1064120-36A8-CD44-BB48-1DA2BAA7041F}">
      <dsp:nvSpPr>
        <dsp:cNvPr id="0" name=""/>
        <dsp:cNvSpPr/>
      </dsp:nvSpPr>
      <dsp:spPr>
        <a:xfrm>
          <a:off x="3639294" y="2044"/>
          <a:ext cx="2779811" cy="1667887"/>
        </a:xfrm>
        <a:prstGeom prst="rect">
          <a:avLst/>
        </a:prstGeom>
        <a:solidFill>
          <a:schemeClr val="accent2">
            <a:hueOff val="381558"/>
            <a:satOff val="-8706"/>
            <a:lumOff val="3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Convert the target</a:t>
          </a:r>
          <a:r>
            <a:rPr lang="en-US" sz="1200" kern="1200"/>
            <a:t> into a factor with levels FALSE and TRUE.</a:t>
          </a:r>
        </a:p>
      </dsp:txBody>
      <dsp:txXfrm>
        <a:off x="3639294" y="2044"/>
        <a:ext cx="2779811" cy="1667887"/>
      </dsp:txXfrm>
    </dsp:sp>
    <dsp:sp modelId="{1C54DA48-776D-1843-8CB8-FAA641E5CD23}">
      <dsp:nvSpPr>
        <dsp:cNvPr id="0" name=""/>
        <dsp:cNvSpPr/>
      </dsp:nvSpPr>
      <dsp:spPr>
        <a:xfrm>
          <a:off x="6697087" y="2044"/>
          <a:ext cx="2779811" cy="1667887"/>
        </a:xfrm>
        <a:prstGeom prst="rect">
          <a:avLst/>
        </a:prstGeom>
        <a:solidFill>
          <a:schemeClr val="accent2">
            <a:hueOff val="763116"/>
            <a:satOff val="-17411"/>
            <a:lumOff val="64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Convert categorical predictors like </a:t>
          </a:r>
          <a:r>
            <a:rPr lang="en-US" sz="1200" b="1" kern="1200"/>
            <a:t>state, gender, urbanicity, socioeconomic status</a:t>
          </a:r>
          <a:r>
            <a:rPr lang="en-US" sz="1200" kern="1200"/>
            <a:t> into factors.</a:t>
          </a:r>
        </a:p>
      </dsp:txBody>
      <dsp:txXfrm>
        <a:off x="6697087" y="2044"/>
        <a:ext cx="2779811" cy="1667887"/>
      </dsp:txXfrm>
    </dsp:sp>
    <dsp:sp modelId="{C7AFA82E-9726-E543-AAB6-449D2C4ED00A}">
      <dsp:nvSpPr>
        <dsp:cNvPr id="0" name=""/>
        <dsp:cNvSpPr/>
      </dsp:nvSpPr>
      <dsp:spPr>
        <a:xfrm>
          <a:off x="581501" y="1947913"/>
          <a:ext cx="2779811" cy="1667887"/>
        </a:xfrm>
        <a:prstGeom prst="rect">
          <a:avLst/>
        </a:prstGeom>
        <a:solidFill>
          <a:schemeClr val="accent2">
            <a:hueOff val="1144674"/>
            <a:satOff val="-26117"/>
            <a:lumOff val="9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Handle missing values: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Numeric variables: replaced missing values with the </a:t>
          </a:r>
          <a:r>
            <a:rPr lang="en-US" sz="900" b="1" kern="1200"/>
            <a:t>median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Categorical variables: replaced missing values with </a:t>
          </a:r>
          <a:r>
            <a:rPr lang="en-US" sz="900" b="1" kern="1200"/>
            <a:t>"Unknown"</a:t>
          </a:r>
          <a:endParaRPr lang="en-US" sz="900" kern="1200"/>
        </a:p>
      </dsp:txBody>
      <dsp:txXfrm>
        <a:off x="581501" y="1947913"/>
        <a:ext cx="2779811" cy="1667887"/>
      </dsp:txXfrm>
    </dsp:sp>
    <dsp:sp modelId="{E43A4E52-3F55-D748-80BC-839CAE719513}">
      <dsp:nvSpPr>
        <dsp:cNvPr id="0" name=""/>
        <dsp:cNvSpPr/>
      </dsp:nvSpPr>
      <dsp:spPr>
        <a:xfrm>
          <a:off x="3639294" y="1947913"/>
          <a:ext cx="2779811" cy="1667887"/>
        </a:xfrm>
        <a:prstGeom prst="rect">
          <a:avLst/>
        </a:prstGeom>
        <a:solidFill>
          <a:schemeClr val="accent2">
            <a:hueOff val="1526231"/>
            <a:satOff val="-34822"/>
            <a:lumOff val="128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Split the data into </a:t>
          </a:r>
          <a:r>
            <a:rPr lang="en-US" sz="1200" b="1" kern="1200"/>
            <a:t>70% training and 30% testing</a:t>
          </a:r>
          <a:r>
            <a:rPr lang="en-US" sz="1200" kern="1200"/>
            <a:t>, using a stratified approach to maintain the class ratio.</a:t>
          </a:r>
        </a:p>
      </dsp:txBody>
      <dsp:txXfrm>
        <a:off x="3639294" y="1947913"/>
        <a:ext cx="2779811" cy="1667887"/>
      </dsp:txXfrm>
    </dsp:sp>
    <dsp:sp modelId="{5AD581E4-3C32-674A-A433-414EA1433685}">
      <dsp:nvSpPr>
        <dsp:cNvPr id="0" name=""/>
        <dsp:cNvSpPr/>
      </dsp:nvSpPr>
      <dsp:spPr>
        <a:xfrm>
          <a:off x="6697087" y="1947913"/>
          <a:ext cx="2779811" cy="1667887"/>
        </a:xfrm>
        <a:prstGeom prst="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key issue was </a:t>
          </a:r>
          <a:r>
            <a:rPr lang="en-US" sz="1200" b="1" kern="1200"/>
            <a:t>unseen factor levels</a:t>
          </a:r>
          <a:r>
            <a:rPr lang="en-US" sz="1200" kern="1200"/>
            <a:t> in the test set, like states “AS” and “GU”.</a:t>
          </a:r>
          <a:br>
            <a:rPr lang="en-US" sz="1200" kern="1200"/>
          </a:br>
          <a:r>
            <a:rPr lang="en-US" sz="1200" kern="1200"/>
            <a:t>To fix this, I used a safer approach: build the </a:t>
          </a:r>
          <a:r>
            <a:rPr lang="en-US" sz="1200" b="1" kern="1200"/>
            <a:t>design matrix from training terms</a:t>
          </a:r>
          <a:r>
            <a:rPr lang="en-US" sz="1200" kern="1200"/>
            <a:t>, then apply that same structure to the test set. This prevents factor-level prediction errors.</a:t>
          </a:r>
        </a:p>
      </dsp:txBody>
      <dsp:txXfrm>
        <a:off x="6697087" y="1947913"/>
        <a:ext cx="2779811" cy="16678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02127-2BFE-0C49-B7D3-E1764DEE6D8C}">
      <dsp:nvSpPr>
        <dsp:cNvPr id="0" name=""/>
        <dsp:cNvSpPr/>
      </dsp:nvSpPr>
      <dsp:spPr>
        <a:xfrm>
          <a:off x="0" y="494"/>
          <a:ext cx="67438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337A99-060E-2B42-A5D8-D1FD0BF58CFE}">
      <dsp:nvSpPr>
        <dsp:cNvPr id="0" name=""/>
        <dsp:cNvSpPr/>
      </dsp:nvSpPr>
      <dsp:spPr>
        <a:xfrm>
          <a:off x="0" y="494"/>
          <a:ext cx="6743845" cy="404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Models for implementation:</a:t>
          </a:r>
          <a:endParaRPr lang="en-US" sz="1900" kern="1200"/>
        </a:p>
      </dsp:txBody>
      <dsp:txXfrm>
        <a:off x="0" y="494"/>
        <a:ext cx="6743845" cy="404980"/>
      </dsp:txXfrm>
    </dsp:sp>
    <dsp:sp modelId="{B2DEF0E6-B8CC-044A-BDA6-2F4E6E7E4FF0}">
      <dsp:nvSpPr>
        <dsp:cNvPr id="0" name=""/>
        <dsp:cNvSpPr/>
      </dsp:nvSpPr>
      <dsp:spPr>
        <a:xfrm>
          <a:off x="0" y="405474"/>
          <a:ext cx="67438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D4342-F4E6-3D49-A25D-A1A854FE67C5}">
      <dsp:nvSpPr>
        <dsp:cNvPr id="0" name=""/>
        <dsp:cNvSpPr/>
      </dsp:nvSpPr>
      <dsp:spPr>
        <a:xfrm>
          <a:off x="0" y="405474"/>
          <a:ext cx="6743845" cy="404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Logistic Regression</a:t>
          </a:r>
        </a:p>
      </dsp:txBody>
      <dsp:txXfrm>
        <a:off x="0" y="405474"/>
        <a:ext cx="6743845" cy="404980"/>
      </dsp:txXfrm>
    </dsp:sp>
    <dsp:sp modelId="{369164E6-68AA-8141-AAB0-34D9342408E9}">
      <dsp:nvSpPr>
        <dsp:cNvPr id="0" name=""/>
        <dsp:cNvSpPr/>
      </dsp:nvSpPr>
      <dsp:spPr>
        <a:xfrm>
          <a:off x="0" y="810455"/>
          <a:ext cx="67438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FC60C-BDA7-B24B-83D8-DF941391385B}">
      <dsp:nvSpPr>
        <dsp:cNvPr id="0" name=""/>
        <dsp:cNvSpPr/>
      </dsp:nvSpPr>
      <dsp:spPr>
        <a:xfrm>
          <a:off x="0" y="810455"/>
          <a:ext cx="6743845" cy="404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LDA</a:t>
          </a:r>
        </a:p>
      </dsp:txBody>
      <dsp:txXfrm>
        <a:off x="0" y="810455"/>
        <a:ext cx="6743845" cy="404980"/>
      </dsp:txXfrm>
    </dsp:sp>
    <dsp:sp modelId="{07DC0692-DBC6-A748-9DF9-4E0FE7AC3F18}">
      <dsp:nvSpPr>
        <dsp:cNvPr id="0" name=""/>
        <dsp:cNvSpPr/>
      </dsp:nvSpPr>
      <dsp:spPr>
        <a:xfrm>
          <a:off x="0" y="1215435"/>
          <a:ext cx="67438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7C661-FBC4-D245-A779-252D968E4331}">
      <dsp:nvSpPr>
        <dsp:cNvPr id="0" name=""/>
        <dsp:cNvSpPr/>
      </dsp:nvSpPr>
      <dsp:spPr>
        <a:xfrm>
          <a:off x="0" y="1215435"/>
          <a:ext cx="6743845" cy="404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QDA</a:t>
          </a:r>
        </a:p>
      </dsp:txBody>
      <dsp:txXfrm>
        <a:off x="0" y="1215435"/>
        <a:ext cx="6743845" cy="404980"/>
      </dsp:txXfrm>
    </dsp:sp>
    <dsp:sp modelId="{BDFE8643-39B9-9741-82B9-4ED3D68208B2}">
      <dsp:nvSpPr>
        <dsp:cNvPr id="0" name=""/>
        <dsp:cNvSpPr/>
      </dsp:nvSpPr>
      <dsp:spPr>
        <a:xfrm>
          <a:off x="0" y="1620415"/>
          <a:ext cx="67438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7FA3AB-24A5-AC40-B58B-F517932AE2AD}">
      <dsp:nvSpPr>
        <dsp:cNvPr id="0" name=""/>
        <dsp:cNvSpPr/>
      </dsp:nvSpPr>
      <dsp:spPr>
        <a:xfrm>
          <a:off x="0" y="1620415"/>
          <a:ext cx="6743845" cy="404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KNN</a:t>
          </a:r>
        </a:p>
      </dsp:txBody>
      <dsp:txXfrm>
        <a:off x="0" y="1620415"/>
        <a:ext cx="6743845" cy="404980"/>
      </dsp:txXfrm>
    </dsp:sp>
    <dsp:sp modelId="{B927268C-9E87-4146-93BA-D1ACB7F88BB5}">
      <dsp:nvSpPr>
        <dsp:cNvPr id="0" name=""/>
        <dsp:cNvSpPr/>
      </dsp:nvSpPr>
      <dsp:spPr>
        <a:xfrm>
          <a:off x="0" y="2025395"/>
          <a:ext cx="67438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5A43BA-DCBC-0946-8C32-220269D35952}">
      <dsp:nvSpPr>
        <dsp:cNvPr id="0" name=""/>
        <dsp:cNvSpPr/>
      </dsp:nvSpPr>
      <dsp:spPr>
        <a:xfrm>
          <a:off x="0" y="2025396"/>
          <a:ext cx="6743845" cy="404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SVC / Linear SVM</a:t>
          </a:r>
        </a:p>
      </dsp:txBody>
      <dsp:txXfrm>
        <a:off x="0" y="2025396"/>
        <a:ext cx="6743845" cy="404980"/>
      </dsp:txXfrm>
    </dsp:sp>
    <dsp:sp modelId="{47DEF4C8-53B2-6D42-BB49-B472A1015EE4}">
      <dsp:nvSpPr>
        <dsp:cNvPr id="0" name=""/>
        <dsp:cNvSpPr/>
      </dsp:nvSpPr>
      <dsp:spPr>
        <a:xfrm>
          <a:off x="0" y="2430376"/>
          <a:ext cx="67438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26237-C79A-0E48-B2AC-BA8B771C8C94}">
      <dsp:nvSpPr>
        <dsp:cNvPr id="0" name=""/>
        <dsp:cNvSpPr/>
      </dsp:nvSpPr>
      <dsp:spPr>
        <a:xfrm>
          <a:off x="0" y="2430376"/>
          <a:ext cx="6743845" cy="404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SVM with RBF kernel</a:t>
          </a:r>
        </a:p>
      </dsp:txBody>
      <dsp:txXfrm>
        <a:off x="0" y="2430376"/>
        <a:ext cx="6743845" cy="404980"/>
      </dsp:txXfrm>
    </dsp:sp>
    <dsp:sp modelId="{2E5D9F56-28D8-6742-94D9-94156BF2CEB7}">
      <dsp:nvSpPr>
        <dsp:cNvPr id="0" name=""/>
        <dsp:cNvSpPr/>
      </dsp:nvSpPr>
      <dsp:spPr>
        <a:xfrm>
          <a:off x="0" y="2835356"/>
          <a:ext cx="67438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F50593-A8BA-414B-8096-CCCA2CE9B342}">
      <dsp:nvSpPr>
        <dsp:cNvPr id="0" name=""/>
        <dsp:cNvSpPr/>
      </dsp:nvSpPr>
      <dsp:spPr>
        <a:xfrm>
          <a:off x="0" y="2835356"/>
          <a:ext cx="6743845" cy="404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SVM with polynomial kernel</a:t>
          </a:r>
        </a:p>
      </dsp:txBody>
      <dsp:txXfrm>
        <a:off x="0" y="2835356"/>
        <a:ext cx="6743845" cy="404980"/>
      </dsp:txXfrm>
    </dsp:sp>
    <dsp:sp modelId="{C12B8B5E-E54D-8048-A88D-ED5DEF17393B}">
      <dsp:nvSpPr>
        <dsp:cNvPr id="0" name=""/>
        <dsp:cNvSpPr/>
      </dsp:nvSpPr>
      <dsp:spPr>
        <a:xfrm>
          <a:off x="0" y="3240336"/>
          <a:ext cx="67438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E1B0F-1C62-4745-8355-BC739A4BAE75}">
      <dsp:nvSpPr>
        <dsp:cNvPr id="0" name=""/>
        <dsp:cNvSpPr/>
      </dsp:nvSpPr>
      <dsp:spPr>
        <a:xfrm>
          <a:off x="0" y="3240336"/>
          <a:ext cx="6743845" cy="404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Naive Bayes</a:t>
          </a:r>
        </a:p>
      </dsp:txBody>
      <dsp:txXfrm>
        <a:off x="0" y="3240336"/>
        <a:ext cx="6743845" cy="404980"/>
      </dsp:txXfrm>
    </dsp:sp>
    <dsp:sp modelId="{138AFCA3-83C8-4E4B-9656-98C6B0F1EE5C}">
      <dsp:nvSpPr>
        <dsp:cNvPr id="0" name=""/>
        <dsp:cNvSpPr/>
      </dsp:nvSpPr>
      <dsp:spPr>
        <a:xfrm>
          <a:off x="0" y="3645317"/>
          <a:ext cx="674384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3B42C-F798-084D-8D69-1EEFF3621B71}">
      <dsp:nvSpPr>
        <dsp:cNvPr id="0" name=""/>
        <dsp:cNvSpPr/>
      </dsp:nvSpPr>
      <dsp:spPr>
        <a:xfrm>
          <a:off x="0" y="3645317"/>
          <a:ext cx="6743845" cy="404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Decision Tree</a:t>
          </a:r>
        </a:p>
      </dsp:txBody>
      <dsp:txXfrm>
        <a:off x="0" y="3645317"/>
        <a:ext cx="6743845" cy="4049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1D19B5-FFBD-BF40-9335-0B170A35A2E1}">
      <dsp:nvSpPr>
        <dsp:cNvPr id="0" name=""/>
        <dsp:cNvSpPr/>
      </dsp:nvSpPr>
      <dsp:spPr>
        <a:xfrm>
          <a:off x="0" y="539209"/>
          <a:ext cx="5141912" cy="58134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 then added new models:</a:t>
          </a:r>
        </a:p>
      </dsp:txBody>
      <dsp:txXfrm>
        <a:off x="28379" y="567588"/>
        <a:ext cx="5085154" cy="524585"/>
      </dsp:txXfrm>
    </dsp:sp>
    <dsp:sp modelId="{09C108AE-4F5B-6849-BCFE-79F45914EE61}">
      <dsp:nvSpPr>
        <dsp:cNvPr id="0" name=""/>
        <dsp:cNvSpPr/>
      </dsp:nvSpPr>
      <dsp:spPr>
        <a:xfrm>
          <a:off x="0" y="1163753"/>
          <a:ext cx="5141912" cy="581343"/>
        </a:xfrm>
        <a:prstGeom prst="roundRect">
          <a:avLst/>
        </a:prstGeom>
        <a:solidFill>
          <a:schemeClr val="accent2">
            <a:hueOff val="317965"/>
            <a:satOff val="-7255"/>
            <a:lumOff val="26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Linear Support Vector Classifier</a:t>
          </a:r>
        </a:p>
      </dsp:txBody>
      <dsp:txXfrm>
        <a:off x="28379" y="1192132"/>
        <a:ext cx="5085154" cy="524585"/>
      </dsp:txXfrm>
    </dsp:sp>
    <dsp:sp modelId="{842AA355-E4E0-9E41-8369-5CB68F4E9BA0}">
      <dsp:nvSpPr>
        <dsp:cNvPr id="0" name=""/>
        <dsp:cNvSpPr/>
      </dsp:nvSpPr>
      <dsp:spPr>
        <a:xfrm>
          <a:off x="0" y="1788296"/>
          <a:ext cx="5141912" cy="581343"/>
        </a:xfrm>
        <a:prstGeom prst="roundRect">
          <a:avLst/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SVM with RBF kernel</a:t>
          </a:r>
        </a:p>
      </dsp:txBody>
      <dsp:txXfrm>
        <a:off x="28379" y="1816675"/>
        <a:ext cx="5085154" cy="524585"/>
      </dsp:txXfrm>
    </dsp:sp>
    <dsp:sp modelId="{1E90778E-FC3B-2C43-AC58-475F77809C13}">
      <dsp:nvSpPr>
        <dsp:cNvPr id="0" name=""/>
        <dsp:cNvSpPr/>
      </dsp:nvSpPr>
      <dsp:spPr>
        <a:xfrm>
          <a:off x="0" y="2412840"/>
          <a:ext cx="5141912" cy="581343"/>
        </a:xfrm>
        <a:prstGeom prst="roundRect">
          <a:avLst/>
        </a:prstGeom>
        <a:solidFill>
          <a:schemeClr val="accent2">
            <a:hueOff val="953895"/>
            <a:satOff val="-21764"/>
            <a:lumOff val="8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SVM with Polynomial kernel</a:t>
          </a:r>
        </a:p>
      </dsp:txBody>
      <dsp:txXfrm>
        <a:off x="28379" y="2441219"/>
        <a:ext cx="5085154" cy="524585"/>
      </dsp:txXfrm>
    </dsp:sp>
    <dsp:sp modelId="{14EF721A-7428-B841-9E82-946F86A712A3}">
      <dsp:nvSpPr>
        <dsp:cNvPr id="0" name=""/>
        <dsp:cNvSpPr/>
      </dsp:nvSpPr>
      <dsp:spPr>
        <a:xfrm>
          <a:off x="0" y="3037384"/>
          <a:ext cx="5141912" cy="581343"/>
        </a:xfrm>
        <a:prstGeom prst="roundRect">
          <a:avLst/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Naive Bayes</a:t>
          </a:r>
        </a:p>
      </dsp:txBody>
      <dsp:txXfrm>
        <a:off x="28379" y="3065763"/>
        <a:ext cx="5085154" cy="524585"/>
      </dsp:txXfrm>
    </dsp:sp>
    <dsp:sp modelId="{9B160CD5-1780-8A46-811C-8E45CF0628C0}">
      <dsp:nvSpPr>
        <dsp:cNvPr id="0" name=""/>
        <dsp:cNvSpPr/>
      </dsp:nvSpPr>
      <dsp:spPr>
        <a:xfrm>
          <a:off x="0" y="3661928"/>
          <a:ext cx="5141912" cy="581343"/>
        </a:xfrm>
        <a:prstGeom prst="roundRect">
          <a:avLst/>
        </a:prstGeom>
        <a:solidFill>
          <a:schemeClr val="accent2">
            <a:hueOff val="1589824"/>
            <a:satOff val="-36273"/>
            <a:lumOff val="133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Decision Tree</a:t>
          </a:r>
        </a:p>
      </dsp:txBody>
      <dsp:txXfrm>
        <a:off x="28379" y="3690307"/>
        <a:ext cx="5085154" cy="524585"/>
      </dsp:txXfrm>
    </dsp:sp>
    <dsp:sp modelId="{38FB08CF-EC42-0E47-9449-F36310DC1480}">
      <dsp:nvSpPr>
        <dsp:cNvPr id="0" name=""/>
        <dsp:cNvSpPr/>
      </dsp:nvSpPr>
      <dsp:spPr>
        <a:xfrm>
          <a:off x="0" y="4286471"/>
          <a:ext cx="5141912" cy="581343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To reduce computation time, I used stratified sampling for SVM training while evaluating on the full test set.</a:t>
          </a:r>
        </a:p>
      </dsp:txBody>
      <dsp:txXfrm>
        <a:off x="28379" y="4314850"/>
        <a:ext cx="5085154" cy="5245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E3579-4DF5-4D5E-8556-E5F567B502A1}">
      <dsp:nvSpPr>
        <dsp:cNvPr id="0" name=""/>
        <dsp:cNvSpPr/>
      </dsp:nvSpPr>
      <dsp:spPr>
        <a:xfrm>
          <a:off x="404043" y="1077658"/>
          <a:ext cx="658125" cy="65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1CC84-F72F-432B-AE30-1327C3BDA358}">
      <dsp:nvSpPr>
        <dsp:cNvPr id="0" name=""/>
        <dsp:cNvSpPr/>
      </dsp:nvSpPr>
      <dsp:spPr>
        <a:xfrm>
          <a:off x="1856" y="1955186"/>
          <a:ext cx="1462500" cy="58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Here are the key findings:</a:t>
          </a:r>
        </a:p>
      </dsp:txBody>
      <dsp:txXfrm>
        <a:off x="1856" y="1955186"/>
        <a:ext cx="1462500" cy="585000"/>
      </dsp:txXfrm>
    </dsp:sp>
    <dsp:sp modelId="{3FBD7784-4A3D-4A4B-BC71-767FEF186369}">
      <dsp:nvSpPr>
        <dsp:cNvPr id="0" name=""/>
        <dsp:cNvSpPr/>
      </dsp:nvSpPr>
      <dsp:spPr>
        <a:xfrm>
          <a:off x="2122481" y="1077658"/>
          <a:ext cx="658125" cy="65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9FCEF-2602-4EFC-A3ED-AAA2C19C138B}">
      <dsp:nvSpPr>
        <dsp:cNvPr id="0" name=""/>
        <dsp:cNvSpPr/>
      </dsp:nvSpPr>
      <dsp:spPr>
        <a:xfrm>
          <a:off x="1720293" y="1955186"/>
          <a:ext cx="1462500" cy="58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Logistic, KNN, and Decision Tree had balanced accuracy of 0.50, meaning random-level performance.</a:t>
          </a:r>
        </a:p>
      </dsp:txBody>
      <dsp:txXfrm>
        <a:off x="1720293" y="1955186"/>
        <a:ext cx="1462500" cy="585000"/>
      </dsp:txXfrm>
    </dsp:sp>
    <dsp:sp modelId="{6D77CF3F-0004-434E-9182-8260179FE1CC}">
      <dsp:nvSpPr>
        <dsp:cNvPr id="0" name=""/>
        <dsp:cNvSpPr/>
      </dsp:nvSpPr>
      <dsp:spPr>
        <a:xfrm>
          <a:off x="3840918" y="1077658"/>
          <a:ext cx="658125" cy="65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06DCB-4DFB-4F1D-B2F5-FEC89A96DE83}">
      <dsp:nvSpPr>
        <dsp:cNvPr id="0" name=""/>
        <dsp:cNvSpPr/>
      </dsp:nvSpPr>
      <dsp:spPr>
        <a:xfrm>
          <a:off x="3438731" y="1955186"/>
          <a:ext cx="1462500" cy="58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LDA had the highest AUC at 0.596 but very low recall at threshold 0.5.</a:t>
          </a:r>
        </a:p>
      </dsp:txBody>
      <dsp:txXfrm>
        <a:off x="3438731" y="1955186"/>
        <a:ext cx="1462500" cy="585000"/>
      </dsp:txXfrm>
    </dsp:sp>
    <dsp:sp modelId="{9395AC31-EF5A-4BBC-A3BB-EE7006436F7D}">
      <dsp:nvSpPr>
        <dsp:cNvPr id="0" name=""/>
        <dsp:cNvSpPr/>
      </dsp:nvSpPr>
      <dsp:spPr>
        <a:xfrm>
          <a:off x="5559356" y="1077658"/>
          <a:ext cx="658125" cy="6581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473E3-3853-4113-B981-88D5E9AEAC99}">
      <dsp:nvSpPr>
        <dsp:cNvPr id="0" name=""/>
        <dsp:cNvSpPr/>
      </dsp:nvSpPr>
      <dsp:spPr>
        <a:xfrm>
          <a:off x="5157168" y="1955186"/>
          <a:ext cx="1462500" cy="58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Linear SVC achieved the highest balanced accuracy at 0.564.</a:t>
          </a:r>
        </a:p>
      </dsp:txBody>
      <dsp:txXfrm>
        <a:off x="5157168" y="1955186"/>
        <a:ext cx="1462500" cy="585000"/>
      </dsp:txXfrm>
    </dsp:sp>
    <dsp:sp modelId="{88D9CCD6-AE56-4ED2-B94D-F96F9A5EE5DE}">
      <dsp:nvSpPr>
        <dsp:cNvPr id="0" name=""/>
        <dsp:cNvSpPr/>
      </dsp:nvSpPr>
      <dsp:spPr>
        <a:xfrm>
          <a:off x="7277793" y="1077658"/>
          <a:ext cx="658125" cy="6581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4F95B-48CC-49AA-A4B8-96D0A62D2F8B}">
      <dsp:nvSpPr>
        <dsp:cNvPr id="0" name=""/>
        <dsp:cNvSpPr/>
      </dsp:nvSpPr>
      <dsp:spPr>
        <a:xfrm>
          <a:off x="6875606" y="1955186"/>
          <a:ext cx="1462500" cy="58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RBF SVM performed slightly worse at 0.551.</a:t>
          </a:r>
        </a:p>
      </dsp:txBody>
      <dsp:txXfrm>
        <a:off x="6875606" y="1955186"/>
        <a:ext cx="1462500" cy="585000"/>
      </dsp:txXfrm>
    </dsp:sp>
    <dsp:sp modelId="{4696E696-665A-4FEB-8148-43AF40D51E88}">
      <dsp:nvSpPr>
        <dsp:cNvPr id="0" name=""/>
        <dsp:cNvSpPr/>
      </dsp:nvSpPr>
      <dsp:spPr>
        <a:xfrm>
          <a:off x="8996231" y="1077658"/>
          <a:ext cx="658125" cy="65812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577130-56AF-4636-973F-0FFE4F839154}">
      <dsp:nvSpPr>
        <dsp:cNvPr id="0" name=""/>
        <dsp:cNvSpPr/>
      </dsp:nvSpPr>
      <dsp:spPr>
        <a:xfrm>
          <a:off x="8594043" y="1955186"/>
          <a:ext cx="1462500" cy="58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Polynomial SVM performed the weakest among SVM variants.</a:t>
          </a:r>
        </a:p>
      </dsp:txBody>
      <dsp:txXfrm>
        <a:off x="8594043" y="1955186"/>
        <a:ext cx="1462500" cy="585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95D10B-B2EB-3948-B595-E520E85EA347}">
      <dsp:nvSpPr>
        <dsp:cNvPr id="0" name=""/>
        <dsp:cNvSpPr/>
      </dsp:nvSpPr>
      <dsp:spPr>
        <a:xfrm>
          <a:off x="0" y="761434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A291E-6EC8-AA45-B8E2-DB864FE7941F}">
      <dsp:nvSpPr>
        <dsp:cNvPr id="0" name=""/>
        <dsp:cNvSpPr/>
      </dsp:nvSpPr>
      <dsp:spPr>
        <a:xfrm>
          <a:off x="314325" y="1060043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Linear Support Vector Classifier was the most practically useful model.</a:t>
          </a:r>
        </a:p>
      </dsp:txBody>
      <dsp:txXfrm>
        <a:off x="366939" y="1112657"/>
        <a:ext cx="2723696" cy="1691139"/>
      </dsp:txXfrm>
    </dsp:sp>
    <dsp:sp modelId="{7C121E80-AFB4-D748-BF97-771EB3B3DE3F}">
      <dsp:nvSpPr>
        <dsp:cNvPr id="0" name=""/>
        <dsp:cNvSpPr/>
      </dsp:nvSpPr>
      <dsp:spPr>
        <a:xfrm>
          <a:off x="3457574" y="761434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A5A43-79FF-1A40-AB78-B3E604935074}">
      <dsp:nvSpPr>
        <dsp:cNvPr id="0" name=""/>
        <dsp:cNvSpPr/>
      </dsp:nvSpPr>
      <dsp:spPr>
        <a:xfrm>
          <a:off x="3771900" y="1060043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 correctly identified approximately 59% of actual responders, which is a substantial improvement over other models.</a:t>
          </a:r>
        </a:p>
      </dsp:txBody>
      <dsp:txXfrm>
        <a:off x="3824514" y="1112657"/>
        <a:ext cx="2723696" cy="1691139"/>
      </dsp:txXfrm>
    </dsp:sp>
    <dsp:sp modelId="{3668956D-6DE1-8F43-8F60-23BFC7B858FF}">
      <dsp:nvSpPr>
        <dsp:cNvPr id="0" name=""/>
        <dsp:cNvSpPr/>
      </dsp:nvSpPr>
      <dsp:spPr>
        <a:xfrm>
          <a:off x="6915149" y="761434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3C5BD-E18D-A14D-B087-4754983C9DB4}">
      <dsp:nvSpPr>
        <dsp:cNvPr id="0" name=""/>
        <dsp:cNvSpPr/>
      </dsp:nvSpPr>
      <dsp:spPr>
        <a:xfrm>
          <a:off x="7229475" y="1060043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nonlinear kernels did not improve performance, suggesting that the decision boundary between responders and non-responders is approximately linear.</a:t>
          </a:r>
        </a:p>
      </dsp:txBody>
      <dsp:txXfrm>
        <a:off x="7282089" y="1112657"/>
        <a:ext cx="2723696" cy="16911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A3D9A-AAAB-BE40-9689-1531DCBD6CAE}">
      <dsp:nvSpPr>
        <dsp:cNvPr id="0" name=""/>
        <dsp:cNvSpPr/>
      </dsp:nvSpPr>
      <dsp:spPr>
        <a:xfrm>
          <a:off x="0" y="70077"/>
          <a:ext cx="10058399" cy="6563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project demonstrates that proper evaluation metrics are more important than model complexity when dealing with imbalanced classification problems.</a:t>
          </a:r>
        </a:p>
      </dsp:txBody>
      <dsp:txXfrm>
        <a:off x="32041" y="102118"/>
        <a:ext cx="9994317" cy="592288"/>
      </dsp:txXfrm>
    </dsp:sp>
    <dsp:sp modelId="{EC0DBD65-BAEE-E149-8C63-C2BC7138B3BD}">
      <dsp:nvSpPr>
        <dsp:cNvPr id="0" name=""/>
        <dsp:cNvSpPr/>
      </dsp:nvSpPr>
      <dsp:spPr>
        <a:xfrm>
          <a:off x="0" y="775407"/>
          <a:ext cx="10058399" cy="65637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Accuracy is misleading in imbalanced datasets.</a:t>
          </a:r>
        </a:p>
      </dsp:txBody>
      <dsp:txXfrm>
        <a:off x="32041" y="807448"/>
        <a:ext cx="9994317" cy="592288"/>
      </dsp:txXfrm>
    </dsp:sp>
    <dsp:sp modelId="{D1B62CD8-6A91-2C4D-96B8-E9BABB5849F6}">
      <dsp:nvSpPr>
        <dsp:cNvPr id="0" name=""/>
        <dsp:cNvSpPr/>
      </dsp:nvSpPr>
      <dsp:spPr>
        <a:xfrm>
          <a:off x="0" y="1480737"/>
          <a:ext cx="10058399" cy="65637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Balanced accuracy and recall provide better evaluation.</a:t>
          </a:r>
        </a:p>
      </dsp:txBody>
      <dsp:txXfrm>
        <a:off x="32041" y="1512778"/>
        <a:ext cx="9994317" cy="592288"/>
      </dsp:txXfrm>
    </dsp:sp>
    <dsp:sp modelId="{0D4D1703-7ACF-9C4C-BC67-D50AF51AE3B8}">
      <dsp:nvSpPr>
        <dsp:cNvPr id="0" name=""/>
        <dsp:cNvSpPr/>
      </dsp:nvSpPr>
      <dsp:spPr>
        <a:xfrm>
          <a:off x="0" y="2186067"/>
          <a:ext cx="10058399" cy="6563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Linear SVC provided the best overall performance.</a:t>
          </a:r>
        </a:p>
      </dsp:txBody>
      <dsp:txXfrm>
        <a:off x="32041" y="2218108"/>
        <a:ext cx="9994317" cy="592288"/>
      </dsp:txXfrm>
    </dsp:sp>
    <dsp:sp modelId="{B71D2100-D998-0241-9FDD-F4B2E2DC42C6}">
      <dsp:nvSpPr>
        <dsp:cNvPr id="0" name=""/>
        <dsp:cNvSpPr/>
      </dsp:nvSpPr>
      <dsp:spPr>
        <a:xfrm>
          <a:off x="0" y="2891397"/>
          <a:ext cx="10058399" cy="65637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Increasing model complexity through nonlinear kernels did not improve results</a:t>
          </a:r>
        </a:p>
      </dsp:txBody>
      <dsp:txXfrm>
        <a:off x="32041" y="2923438"/>
        <a:ext cx="9994317" cy="5922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5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5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C1E1FAD-7351-4908-963A-08EA8E4AB7A0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8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15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350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2614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34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87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3/1/26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2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8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83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5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microsoft.com/office/2007/relationships/hdphoto" Target="../media/hdphoto3.wdp"/><Relationship Id="rId7" Type="http://schemas.openxmlformats.org/officeDocument/2006/relationships/diagramLayout" Target="../diagrams/layou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microsoft.com/office/2007/relationships/hdphoto" Target="../media/hdphoto2.wdp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2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2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10" Type="http://schemas.openxmlformats.org/officeDocument/2006/relationships/image" Target="../media/image2.png"/><Relationship Id="rId4" Type="http://schemas.openxmlformats.org/officeDocument/2006/relationships/diagramData" Target="../diagrams/data3.xml"/><Relationship Id="rId9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microsoft.com/office/2007/relationships/hdphoto" Target="../media/hdphoto3.wdp"/><Relationship Id="rId7" Type="http://schemas.openxmlformats.org/officeDocument/2006/relationships/diagramLayout" Target="../diagrams/layout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5" Type="http://schemas.microsoft.com/office/2007/relationships/hdphoto" Target="../media/hdphoto2.wdp"/><Relationship Id="rId10" Type="http://schemas.microsoft.com/office/2007/relationships/diagramDrawing" Target="../diagrams/drawing4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microsoft.com/office/2007/relationships/hdphoto" Target="../media/hdphoto2.wdp"/><Relationship Id="rId7" Type="http://schemas.openxmlformats.org/officeDocument/2006/relationships/diagramColors" Target="../diagrams/colors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microsoft.com/office/2007/relationships/hdphoto" Target="../media/hdphoto2.wdp"/><Relationship Id="rId7" Type="http://schemas.openxmlformats.org/officeDocument/2006/relationships/diagramColors" Target="../diagrams/colors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microsoft.com/office/2007/relationships/hdphoto" Target="../media/hdphoto2.wdp"/><Relationship Id="rId7" Type="http://schemas.openxmlformats.org/officeDocument/2006/relationships/diagramColors" Target="../diagrams/colors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04E749-79E3-5077-D317-D56EBFF67E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4000"/>
          </a:blip>
          <a:srcRect t="7878" b="3095"/>
          <a:stretch>
            <a:fillRect/>
          </a:stretch>
        </p:blipFill>
        <p:spPr>
          <a:xfrm>
            <a:off x="20" y="628198"/>
            <a:ext cx="11241189" cy="6229802"/>
          </a:xfrm>
          <a:custGeom>
            <a:avLst/>
            <a:gdLst/>
            <a:ahLst/>
            <a:cxnLst/>
            <a:rect l="l" t="t" r="r" b="b"/>
            <a:pathLst>
              <a:path w="11241209" h="6229802">
                <a:moveTo>
                  <a:pt x="0" y="0"/>
                </a:moveTo>
                <a:lnTo>
                  <a:pt x="135798" y="5729"/>
                </a:lnTo>
                <a:cubicBezTo>
                  <a:pt x="2822396" y="119495"/>
                  <a:pt x="9422923" y="410740"/>
                  <a:pt x="11205794" y="494885"/>
                </a:cubicBezTo>
                <a:cubicBezTo>
                  <a:pt x="11226228" y="495902"/>
                  <a:pt x="11242024" y="513197"/>
                  <a:pt x="11241177" y="533639"/>
                </a:cubicBezTo>
                <a:lnTo>
                  <a:pt x="11240324" y="553023"/>
                </a:lnTo>
                <a:lnTo>
                  <a:pt x="11240325" y="553023"/>
                </a:lnTo>
                <a:lnTo>
                  <a:pt x="11045019" y="4987273"/>
                </a:lnTo>
                <a:lnTo>
                  <a:pt x="11045018" y="4987276"/>
                </a:lnTo>
                <a:lnTo>
                  <a:pt x="10990292" y="6229802"/>
                </a:lnTo>
                <a:lnTo>
                  <a:pt x="0" y="622980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6F9AFF-6065-39CA-5EBD-819D9151C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7974" y="1943100"/>
            <a:ext cx="6698226" cy="35814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Donors Project v2 (Logistic, LDA, QDA, KNN, SVM, Naive Bayes, Decision Tree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FF8FF-46F0-8914-A377-5B430419E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4581" y="220716"/>
            <a:ext cx="7690105" cy="516701"/>
          </a:xfrm>
        </p:spPr>
        <p:txBody>
          <a:bodyPr anchor="b">
            <a:normAutofit/>
          </a:bodyPr>
          <a:lstStyle/>
          <a:p>
            <a:pPr algn="r"/>
            <a:r>
              <a:rPr lang="en-US" dirty="0"/>
              <a:t>Duy Nguyen</a:t>
            </a:r>
          </a:p>
        </p:txBody>
      </p:sp>
    </p:spTree>
    <p:extLst>
      <p:ext uri="{BB962C8B-B14F-4D97-AF65-F5344CB8AC3E}">
        <p14:creationId xmlns:p14="http://schemas.microsoft.com/office/powerpoint/2010/main" val="49258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E8F97-A3FA-441D-659F-A304A98C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>
                <a:solidFill>
                  <a:srgbClr val="FFFFFF"/>
                </a:solidFill>
              </a:rPr>
              <a:t>Goal of the project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77C0059-CAF8-DB05-0419-7A8F4B0C4C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5083600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523867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EB60-43CC-1A2D-B57C-CE347B84A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Data exploration and preprocessing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6B87A9-304C-0A3B-4989-87EBC7A7E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55230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52213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2E11DD-B54B-4751-9C17-39DAF9EF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999013-C2EB-5E20-16C1-E677B3BFC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r>
              <a:rPr lang="en-US" sz="4800"/>
              <a:t>Models implemented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1BD6B73-710A-6178-C13B-ED61C24F42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2279" y="2121408"/>
          <a:ext cx="6743845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Small tree">
            <a:extLst>
              <a:ext uri="{FF2B5EF4-FFF2-40B4-BE49-F238E27FC236}">
                <a16:creationId xmlns:a16="http://schemas.microsoft.com/office/drawing/2014/main" id="{01050B5C-294A-5412-40DF-5036E43DDBD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8050" r="36722" b="-1"/>
          <a:stretch>
            <a:fillRect/>
          </a:stretch>
        </p:blipFill>
        <p:spPr>
          <a:xfrm>
            <a:off x="7545274" y="10"/>
            <a:ext cx="4646726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55DE4E1-F219-45A4-96D9-9A86D0E4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601C3FF-4A5D-437C-B3DB-A53B99D30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0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1B1BDC9-B583-4F65-8FE9-E2CBE71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6988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A90C30-B990-4CCA-B584-40F864DA3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4527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1FF47-6CCF-A4CD-2F95-7320737F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r>
              <a:rPr lang="en-US" sz="4800"/>
              <a:t>Why some accuracies misleading?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35E5D-2C34-FD3F-46BF-C37745A6B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79" y="2121408"/>
            <a:ext cx="6743845" cy="4050792"/>
          </a:xfrm>
        </p:spPr>
        <p:txBody>
          <a:bodyPr>
            <a:normAutofit/>
          </a:bodyPr>
          <a:lstStyle/>
          <a:p>
            <a:r>
              <a:rPr lang="en-US" sz="1800" dirty="0"/>
              <a:t>A model that predicts ‘no one responds’ will still achieve high accuracy.</a:t>
            </a:r>
          </a:p>
          <a:p>
            <a:r>
              <a:rPr lang="en-US" sz="1800" dirty="0"/>
              <a:t>Therefore, we focused on:</a:t>
            </a:r>
          </a:p>
          <a:p>
            <a:r>
              <a:rPr lang="en-US" sz="1800" dirty="0"/>
              <a:t>Sensitivity (Recall)</a:t>
            </a:r>
          </a:p>
          <a:p>
            <a:r>
              <a:rPr lang="en-US" sz="1800" dirty="0"/>
              <a:t>Balanced Accuracy</a:t>
            </a:r>
          </a:p>
          <a:p>
            <a:r>
              <a:rPr lang="en-US" sz="1800" dirty="0"/>
              <a:t>AUC</a:t>
            </a:r>
          </a:p>
          <a:p>
            <a:r>
              <a:rPr lang="en-US" sz="1800" dirty="0"/>
              <a:t>Balanced Accuracy is especially important in imbalanced classification problems.”</a:t>
            </a:r>
          </a:p>
          <a:p>
            <a:endParaRPr lang="en-US" sz="1800" dirty="0"/>
          </a:p>
        </p:txBody>
      </p:sp>
      <p:pic>
        <p:nvPicPr>
          <p:cNvPr id="7" name="Graphic 6" descr="Zoom Out">
            <a:extLst>
              <a:ext uri="{FF2B5EF4-FFF2-40B4-BE49-F238E27FC236}">
                <a16:creationId xmlns:a16="http://schemas.microsoft.com/office/drawing/2014/main" id="{61D533E0-24CD-C44F-754E-FB65BDD6C9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3460" y="1595727"/>
            <a:ext cx="3369177" cy="336917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060B936-2771-48DC-842C-14EE9318E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B4EC8B4-4BB2-45C2-A68A-28E36AC10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31D296-F8F1-41C3-A211-E83E243C5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7735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7B956-4EB1-E11B-F798-1118E849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>
                <a:solidFill>
                  <a:srgbClr val="FFFFFF"/>
                </a:solidFill>
              </a:rPr>
              <a:t>Adding svm models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B22878-BBB0-3BC1-4BEB-8385A6B1E8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2879568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739124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C8D586-1ECD-4981-BED2-97336112C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27BDD-982D-0ED3-2615-AF2B30A3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484632"/>
            <a:ext cx="5299586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000" dirty="0"/>
              <a:t>Summarized table for implementation: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E945C584-C91F-C07A-CBEE-5148B880DB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40" r="11256"/>
          <a:stretch>
            <a:fillRect/>
          </a:stretch>
        </p:blipFill>
        <p:spPr>
          <a:xfrm>
            <a:off x="1" y="10"/>
            <a:ext cx="6066502" cy="685798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F001A23-2767-4A31-BD30-56112DE95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6BD30CE-7C6B-4C5B-8206-2A912062D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A45EC6-AD58-4CAF-846D-46D82B614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A24B64-AFF1-42D1-7F02-EC19F72FB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7344"/>
            <a:ext cx="6066502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11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D658-0053-687F-6A5D-5F3D57AE2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/>
              <a:t>Results from tables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EBB69C-BB24-BED0-D347-7F95157386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281760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59387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58C0E-B3E7-7C4F-0213-CDC733AB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Interpretation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2AEF8F-DE4C-76F5-95ED-409B30CE48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591054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77425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D7C03-A6C3-3CE6-B7AE-C746AB75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3CB3E3A-702E-DC86-E198-6968D8C69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493" y="3244333"/>
            <a:ext cx="17139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0F8CA84-FE19-9862-BFCD-BBCBBB6FAE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4054730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3372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47</TotalTime>
  <Words>504</Words>
  <Application>Microsoft Macintosh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Donors Project v2 (Logistic, LDA, QDA, KNN, SVM, Naive Bayes, Decision Tree)</vt:lpstr>
      <vt:lpstr>Goal of the project</vt:lpstr>
      <vt:lpstr>Data exploration and preprocessing</vt:lpstr>
      <vt:lpstr>Models implemented</vt:lpstr>
      <vt:lpstr>Why some accuracies misleading?</vt:lpstr>
      <vt:lpstr>Adding svm models</vt:lpstr>
      <vt:lpstr>Summarized table for implementation:</vt:lpstr>
      <vt:lpstr>Results from tables</vt:lpstr>
      <vt:lpstr>Interpretation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Duy T.</dc:creator>
  <cp:lastModifiedBy>Nguyen, Duy T.</cp:lastModifiedBy>
  <cp:revision>2</cp:revision>
  <dcterms:created xsi:type="dcterms:W3CDTF">2026-03-02T03:35:28Z</dcterms:created>
  <dcterms:modified xsi:type="dcterms:W3CDTF">2026-03-02T04:22:50Z</dcterms:modified>
</cp:coreProperties>
</file>